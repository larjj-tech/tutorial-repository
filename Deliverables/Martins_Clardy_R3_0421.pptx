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44"/>
  </p:notesMasterIdLst>
  <p:sldIdLst>
    <p:sldId id="256" r:id="rId5"/>
    <p:sldId id="257" r:id="rId6"/>
    <p:sldId id="323" r:id="rId7"/>
    <p:sldId id="291" r:id="rId8"/>
    <p:sldId id="322" r:id="rId9"/>
    <p:sldId id="319" r:id="rId10"/>
    <p:sldId id="320" r:id="rId11"/>
    <p:sldId id="321" r:id="rId12"/>
    <p:sldId id="328" r:id="rId13"/>
    <p:sldId id="330" r:id="rId14"/>
    <p:sldId id="326" r:id="rId15"/>
    <p:sldId id="295" r:id="rId16"/>
    <p:sldId id="298" r:id="rId17"/>
    <p:sldId id="300" r:id="rId18"/>
    <p:sldId id="302" r:id="rId19"/>
    <p:sldId id="304" r:id="rId20"/>
    <p:sldId id="327" r:id="rId21"/>
    <p:sldId id="305" r:id="rId22"/>
    <p:sldId id="307" r:id="rId23"/>
    <p:sldId id="308" r:id="rId24"/>
    <p:sldId id="309" r:id="rId25"/>
    <p:sldId id="325" r:id="rId26"/>
    <p:sldId id="324" r:id="rId27"/>
    <p:sldId id="329" r:id="rId28"/>
    <p:sldId id="311" r:id="rId29"/>
    <p:sldId id="283" r:id="rId30"/>
    <p:sldId id="284" r:id="rId31"/>
    <p:sldId id="285" r:id="rId32"/>
    <p:sldId id="286" r:id="rId33"/>
    <p:sldId id="287" r:id="rId34"/>
    <p:sldId id="288" r:id="rId35"/>
    <p:sldId id="313" r:id="rId36"/>
    <p:sldId id="314" r:id="rId37"/>
    <p:sldId id="315" r:id="rId38"/>
    <p:sldId id="316" r:id="rId39"/>
    <p:sldId id="317" r:id="rId40"/>
    <p:sldId id="318" r:id="rId41"/>
    <p:sldId id="272" r:id="rId42"/>
    <p:sldId id="27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7E7"/>
    <a:srgbClr val="6F7E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D7A4DE-CAF5-CA80-D862-AA7DB8B00D32}" v="4" dt="2026-04-26T20:53:24.2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s, Lauren M." userId="S::martinl7@my.erau.edu::e6f1a391-4b08-4a3a-9181-5954156f1a8f" providerId="AD" clId="Web-{23C26E3A-F02D-5121-76B6-5B9E95A2FB65}"/>
    <pc:docChg chg="mod addSld delSld modSld addMainMaster delMainMaster">
      <pc:chgData name="Martins, Lauren M." userId="S::martinl7@my.erau.edu::e6f1a391-4b08-4a3a-9181-5954156f1a8f" providerId="AD" clId="Web-{23C26E3A-F02D-5121-76B6-5B9E95A2FB65}" dt="2026-04-19T17:23:36.517" v="249" actId="14100"/>
      <pc:docMkLst>
        <pc:docMk/>
      </pc:docMkLst>
      <pc:sldChg chg="modSp mod modClrScheme chgLayout">
        <pc:chgData name="Martins, Lauren M." userId="S::martinl7@my.erau.edu::e6f1a391-4b08-4a3a-9181-5954156f1a8f" providerId="AD" clId="Web-{23C26E3A-F02D-5121-76B6-5B9E95A2FB65}" dt="2026-04-19T02:39:56.135" v="45"/>
        <pc:sldMkLst>
          <pc:docMk/>
          <pc:sldMk cId="109857222" sldId="256"/>
        </pc:sldMkLst>
        <pc:spChg chg="mod ord">
          <ac:chgData name="Martins, Lauren M." userId="S::martinl7@my.erau.edu::e6f1a391-4b08-4a3a-9181-5954156f1a8f" providerId="AD" clId="Web-{23C26E3A-F02D-5121-76B6-5B9E95A2FB65}" dt="2026-04-19T02:39:56.135" v="45"/>
          <ac:spMkLst>
            <pc:docMk/>
            <pc:sldMk cId="109857222" sldId="256"/>
            <ac:spMk id="2" creationId="{00000000-0000-0000-0000-000000000000}"/>
          </ac:spMkLst>
        </pc:spChg>
        <pc:spChg chg="mod ord">
          <ac:chgData name="Martins, Lauren M." userId="S::martinl7@my.erau.edu::e6f1a391-4b08-4a3a-9181-5954156f1a8f" providerId="AD" clId="Web-{23C26E3A-F02D-5121-76B6-5B9E95A2FB65}" dt="2026-04-19T02:39:56.135" v="45"/>
          <ac:spMkLst>
            <pc:docMk/>
            <pc:sldMk cId="109857222" sldId="256"/>
            <ac:spMk id="3" creationId="{00000000-0000-0000-0000-000000000000}"/>
          </ac:spMkLst>
        </pc:spChg>
      </pc:sldChg>
      <pc:sldChg chg="modSp mod modClrScheme chgLayout">
        <pc:chgData name="Martins, Lauren M." userId="S::martinl7@my.erau.edu::e6f1a391-4b08-4a3a-9181-5954156f1a8f" providerId="AD" clId="Web-{23C26E3A-F02D-5121-76B6-5B9E95A2FB65}" dt="2026-04-19T02:41:47.878" v="149" actId="1076"/>
        <pc:sldMkLst>
          <pc:docMk/>
          <pc:sldMk cId="2459660667" sldId="257"/>
        </pc:sldMkLst>
        <pc:spChg chg="mod ord">
          <ac:chgData name="Martins, Lauren M." userId="S::martinl7@my.erau.edu::e6f1a391-4b08-4a3a-9181-5954156f1a8f" providerId="AD" clId="Web-{23C26E3A-F02D-5121-76B6-5B9E95A2FB65}" dt="2026-04-19T02:40:10.917" v="58" actId="14100"/>
          <ac:spMkLst>
            <pc:docMk/>
            <pc:sldMk cId="2459660667" sldId="257"/>
            <ac:spMk id="2" creationId="{02ED78A4-D878-6AE8-EC02-754BF1FA1FB0}"/>
          </ac:spMkLst>
        </pc:spChg>
        <pc:spChg chg="mod ord">
          <ac:chgData name="Martins, Lauren M." userId="S::martinl7@my.erau.edu::e6f1a391-4b08-4a3a-9181-5954156f1a8f" providerId="AD" clId="Web-{23C26E3A-F02D-5121-76B6-5B9E95A2FB65}" dt="2026-04-19T02:41:32.549" v="139" actId="20577"/>
          <ac:spMkLst>
            <pc:docMk/>
            <pc:sldMk cId="2459660667" sldId="257"/>
            <ac:spMk id="3" creationId="{FEE99008-C93A-2EE7-5953-24A071D17908}"/>
          </ac:spMkLst>
        </pc:spChg>
      </pc:sldChg>
      <pc:sldChg chg="modSp mod modClrScheme chgLayout">
        <pc:chgData name="Martins, Lauren M." userId="S::martinl7@my.erau.edu::e6f1a391-4b08-4a3a-9181-5954156f1a8f" providerId="AD" clId="Web-{23C26E3A-F02D-5121-76B6-5B9E95A2FB65}" dt="2026-04-19T02:39:56.135" v="45"/>
        <pc:sldMkLst>
          <pc:docMk/>
          <pc:sldMk cId="2190504958" sldId="271"/>
        </pc:sldMkLst>
        <pc:spChg chg="mod ord">
          <ac:chgData name="Martins, Lauren M." userId="S::martinl7@my.erau.edu::e6f1a391-4b08-4a3a-9181-5954156f1a8f" providerId="AD" clId="Web-{23C26E3A-F02D-5121-76B6-5B9E95A2FB65}" dt="2026-04-19T02:39:56.135" v="45"/>
          <ac:spMkLst>
            <pc:docMk/>
            <pc:sldMk cId="2190504958" sldId="271"/>
            <ac:spMk id="2" creationId="{29FA8AC6-171F-E18C-A511-9384ABE73274}"/>
          </ac:spMkLst>
        </pc:spChg>
        <pc:spChg chg="mod ord">
          <ac:chgData name="Martins, Lauren M." userId="S::martinl7@my.erau.edu::e6f1a391-4b08-4a3a-9181-5954156f1a8f" providerId="AD" clId="Web-{23C26E3A-F02D-5121-76B6-5B9E95A2FB65}" dt="2026-04-19T02:39:56.135" v="45"/>
          <ac:spMkLst>
            <pc:docMk/>
            <pc:sldMk cId="2190504958" sldId="271"/>
            <ac:spMk id="3" creationId="{980E534D-50E6-0ABB-C6F4-79835C9C118B}"/>
          </ac:spMkLst>
        </pc:spChg>
      </pc:sldChg>
      <pc:sldChg chg="modSp mod modClrScheme chgLayout">
        <pc:chgData name="Martins, Lauren M." userId="S::martinl7@my.erau.edu::e6f1a391-4b08-4a3a-9181-5954156f1a8f" providerId="AD" clId="Web-{23C26E3A-F02D-5121-76B6-5B9E95A2FB65}" dt="2026-04-19T02:39:56.135" v="45"/>
        <pc:sldMkLst>
          <pc:docMk/>
          <pc:sldMk cId="352648154" sldId="272"/>
        </pc:sldMkLst>
        <pc:spChg chg="mod ord">
          <ac:chgData name="Martins, Lauren M." userId="S::martinl7@my.erau.edu::e6f1a391-4b08-4a3a-9181-5954156f1a8f" providerId="AD" clId="Web-{23C26E3A-F02D-5121-76B6-5B9E95A2FB65}" dt="2026-04-19T02:39:56.135" v="45"/>
          <ac:spMkLst>
            <pc:docMk/>
            <pc:sldMk cId="352648154" sldId="272"/>
            <ac:spMk id="2" creationId="{75555E1F-5918-12E9-B994-1C38B7B27182}"/>
          </ac:spMkLst>
        </pc:spChg>
        <pc:spChg chg="mod ord">
          <ac:chgData name="Martins, Lauren M." userId="S::martinl7@my.erau.edu::e6f1a391-4b08-4a3a-9181-5954156f1a8f" providerId="AD" clId="Web-{23C26E3A-F02D-5121-76B6-5B9E95A2FB65}" dt="2026-04-19T02:39:56.135" v="45"/>
          <ac:spMkLst>
            <pc:docMk/>
            <pc:sldMk cId="352648154" sldId="272"/>
            <ac:spMk id="3" creationId="{8EF63AFE-67FA-D613-36E3-F8FDDA0BB387}"/>
          </ac:spMkLst>
        </pc:spChg>
      </pc:sldChg>
      <pc:sldChg chg="modSp new">
        <pc:chgData name="Martins, Lauren M." userId="S::martinl7@my.erau.edu::e6f1a391-4b08-4a3a-9181-5954156f1a8f" providerId="AD" clId="Web-{23C26E3A-F02D-5121-76B6-5B9E95A2FB65}" dt="2026-04-19T02:42:32.100" v="204" actId="20577"/>
        <pc:sldMkLst>
          <pc:docMk/>
          <pc:sldMk cId="3819961340" sldId="291"/>
        </pc:sldMkLst>
        <pc:spChg chg="mod">
          <ac:chgData name="Martins, Lauren M." userId="S::martinl7@my.erau.edu::e6f1a391-4b08-4a3a-9181-5954156f1a8f" providerId="AD" clId="Web-{23C26E3A-F02D-5121-76B6-5B9E95A2FB65}" dt="2026-04-19T02:42:16.005" v="158" actId="20577"/>
          <ac:spMkLst>
            <pc:docMk/>
            <pc:sldMk cId="3819961340" sldId="291"/>
            <ac:spMk id="2" creationId="{BEA07528-E6AA-6338-F32C-E3C828991F4A}"/>
          </ac:spMkLst>
        </pc:spChg>
      </pc:sldChg>
      <pc:sldMasterChg chg="add del addSldLayout delSldLayout">
        <pc:chgData name="Martins, Lauren M." userId="S::martinl7@my.erau.edu::e6f1a391-4b08-4a3a-9181-5954156f1a8f" providerId="AD" clId="Web-{23C26E3A-F02D-5121-76B6-5B9E95A2FB65}" dt="2026-04-19T02:39:56.135" v="45"/>
        <pc:sldMasterMkLst>
          <pc:docMk/>
          <pc:sldMasterMk cId="4093081940" sldId="2147483708"/>
        </pc:sldMasterMkLst>
        <pc:sldLayoutChg chg="add del">
          <pc:chgData name="Martins, Lauren M." userId="S::martinl7@my.erau.edu::e6f1a391-4b08-4a3a-9181-5954156f1a8f" providerId="AD" clId="Web-{23C26E3A-F02D-5121-76B6-5B9E95A2FB65}" dt="2026-04-19T02:39:56.135" v="45"/>
          <pc:sldLayoutMkLst>
            <pc:docMk/>
            <pc:sldMasterMk cId="4093081940" sldId="2147483708"/>
            <pc:sldLayoutMk cId="4218600467" sldId="2147483709"/>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159704088" sldId="2147483710"/>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1054928047" sldId="2147483711"/>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56523387" sldId="2147483712"/>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4121342157" sldId="2147483713"/>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3801696700" sldId="2147483714"/>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953429274" sldId="2147483715"/>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1801644811" sldId="2147483716"/>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2452666223" sldId="2147483717"/>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253313677" sldId="2147483718"/>
          </pc:sldLayoutMkLst>
        </pc:sldLayoutChg>
        <pc:sldLayoutChg chg="add del">
          <pc:chgData name="Martins, Lauren M." userId="S::martinl7@my.erau.edu::e6f1a391-4b08-4a3a-9181-5954156f1a8f" providerId="AD" clId="Web-{23C26E3A-F02D-5121-76B6-5B9E95A2FB65}" dt="2026-04-19T02:39:56.135" v="45"/>
          <pc:sldLayoutMkLst>
            <pc:docMk/>
            <pc:sldMasterMk cId="4093081940" sldId="2147483708"/>
            <pc:sldLayoutMk cId="824843748" sldId="2147483719"/>
          </pc:sldLayoutMkLst>
        </pc:sldLayoutChg>
      </pc:sldMasterChg>
    </pc:docChg>
  </pc:docChgLst>
  <pc:docChgLst>
    <pc:chgData name="Martins, Lauren M." userId="S::martinl7@my.erau.edu::e6f1a391-4b08-4a3a-9181-5954156f1a8f" providerId="AD" clId="Web-{95D7A4DE-CAF5-CA80-D862-AA7DB8B00D32}"/>
    <pc:docChg chg="modSld">
      <pc:chgData name="Martins, Lauren M." userId="S::martinl7@my.erau.edu::e6f1a391-4b08-4a3a-9181-5954156f1a8f" providerId="AD" clId="Web-{95D7A4DE-CAF5-CA80-D862-AA7DB8B00D32}" dt="2026-04-26T20:53:24.217" v="3"/>
      <pc:docMkLst>
        <pc:docMk/>
      </pc:docMkLst>
      <pc:sldChg chg="addSp delSp modSp">
        <pc:chgData name="Martins, Lauren M." userId="S::martinl7@my.erau.edu::e6f1a391-4b08-4a3a-9181-5954156f1a8f" providerId="AD" clId="Web-{95D7A4DE-CAF5-CA80-D862-AA7DB8B00D32}" dt="2026-04-26T20:53:24.217" v="3"/>
        <pc:sldMkLst>
          <pc:docMk/>
          <pc:sldMk cId="1080862850" sldId="323"/>
        </pc:sldMkLst>
        <pc:spChg chg="topLvl">
          <ac:chgData name="Martins, Lauren M." userId="S::martinl7@my.erau.edu::e6f1a391-4b08-4a3a-9181-5954156f1a8f" providerId="AD" clId="Web-{95D7A4DE-CAF5-CA80-D862-AA7DB8B00D32}" dt="2026-04-26T20:51:36.253" v="1"/>
          <ac:spMkLst>
            <pc:docMk/>
            <pc:sldMk cId="1080862850" sldId="323"/>
            <ac:spMk id="7" creationId="{4ED5B83E-352C-A70F-3B61-C4E6313F97E6}"/>
          </ac:spMkLst>
        </pc:spChg>
        <pc:grpChg chg="add del">
          <ac:chgData name="Martins, Lauren M." userId="S::martinl7@my.erau.edu::e6f1a391-4b08-4a3a-9181-5954156f1a8f" providerId="AD" clId="Web-{95D7A4DE-CAF5-CA80-D862-AA7DB8B00D32}" dt="2026-04-26T20:51:36.253" v="1"/>
          <ac:grpSpMkLst>
            <pc:docMk/>
            <pc:sldMk cId="1080862850" sldId="323"/>
            <ac:grpSpMk id="4" creationId="{F6CC69E0-B2D9-EE8B-25F6-2DCF9083812E}"/>
          </ac:grpSpMkLst>
        </pc:grpChg>
        <pc:picChg chg="ord topLvl">
          <ac:chgData name="Martins, Lauren M." userId="S::martinl7@my.erau.edu::e6f1a391-4b08-4a3a-9181-5954156f1a8f" providerId="AD" clId="Web-{95D7A4DE-CAF5-CA80-D862-AA7DB8B00D32}" dt="2026-04-26T20:53:24.217" v="3"/>
          <ac:picMkLst>
            <pc:docMk/>
            <pc:sldMk cId="1080862850" sldId="323"/>
            <ac:picMk id="6" creationId="{F20DD50F-4DB3-C064-2ECE-0F699DEDEDF4}"/>
          </ac:picMkLst>
        </pc:picChg>
      </pc:sldChg>
    </pc:docChg>
  </pc:docChgLst>
  <pc:docChgLst>
    <pc:chgData name="Martins, Lauren M." userId="e6f1a391-4b08-4a3a-9181-5954156f1a8f" providerId="ADAL" clId="{3EBC36B2-3C80-4238-BAFC-F9E5183C3BF7}"/>
    <pc:docChg chg="undo custSel addSld delSld modSld sldOrd">
      <pc:chgData name="Martins, Lauren M." userId="e6f1a391-4b08-4a3a-9181-5954156f1a8f" providerId="ADAL" clId="{3EBC36B2-3C80-4238-BAFC-F9E5183C3BF7}" dt="2026-04-21T09:06:18.967" v="5266" actId="1036"/>
      <pc:docMkLst>
        <pc:docMk/>
      </pc:docMkLst>
      <pc:sldChg chg="addSp delSp modSp mod modNotesTx">
        <pc:chgData name="Martins, Lauren M." userId="e6f1a391-4b08-4a3a-9181-5954156f1a8f" providerId="ADAL" clId="{3EBC36B2-3C80-4238-BAFC-F9E5183C3BF7}" dt="2026-04-21T09:04:07.613" v="5260" actId="114"/>
        <pc:sldMkLst>
          <pc:docMk/>
          <pc:sldMk cId="2459660667" sldId="257"/>
        </pc:sldMkLst>
        <pc:spChg chg="mod">
          <ac:chgData name="Martins, Lauren M." userId="e6f1a391-4b08-4a3a-9181-5954156f1a8f" providerId="ADAL" clId="{3EBC36B2-3C80-4238-BAFC-F9E5183C3BF7}" dt="2026-04-21T09:04:07.613" v="5260" actId="114"/>
          <ac:spMkLst>
            <pc:docMk/>
            <pc:sldMk cId="2459660667" sldId="257"/>
            <ac:spMk id="3" creationId="{FEE99008-C93A-2EE7-5953-24A071D17908}"/>
          </ac:spMkLst>
        </pc:spChg>
        <pc:graphicFrameChg chg="add mod modGraphic">
          <ac:chgData name="Martins, Lauren M." userId="e6f1a391-4b08-4a3a-9181-5954156f1a8f" providerId="ADAL" clId="{3EBC36B2-3C80-4238-BAFC-F9E5183C3BF7}" dt="2026-04-21T07:59:07.421" v="4228" actId="2711"/>
          <ac:graphicFrameMkLst>
            <pc:docMk/>
            <pc:sldMk cId="2459660667" sldId="257"/>
            <ac:graphicFrameMk id="13" creationId="{2BF232B1-112A-7242-F9D2-9B21440F6623}"/>
          </ac:graphicFrameMkLst>
        </pc:graphicFrameChg>
      </pc:sldChg>
      <pc:sldChg chg="modSp mod">
        <pc:chgData name="Martins, Lauren M." userId="e6f1a391-4b08-4a3a-9181-5954156f1a8f" providerId="ADAL" clId="{3EBC36B2-3C80-4238-BAFC-F9E5183C3BF7}" dt="2026-04-21T07:52:30.533" v="4159" actId="20577"/>
        <pc:sldMkLst>
          <pc:docMk/>
          <pc:sldMk cId="352648154" sldId="272"/>
        </pc:sldMkLst>
        <pc:spChg chg="mod">
          <ac:chgData name="Martins, Lauren M." userId="e6f1a391-4b08-4a3a-9181-5954156f1a8f" providerId="ADAL" clId="{3EBC36B2-3C80-4238-BAFC-F9E5183C3BF7}" dt="2026-04-21T07:52:30.533" v="4159" actId="20577"/>
          <ac:spMkLst>
            <pc:docMk/>
            <pc:sldMk cId="352648154" sldId="272"/>
            <ac:spMk id="3" creationId="{8EF63AFE-67FA-D613-36E3-F8FDDA0BB387}"/>
          </ac:spMkLst>
        </pc:spChg>
      </pc:sldChg>
      <pc:sldChg chg="modSp add mod">
        <pc:chgData name="Martins, Lauren M." userId="e6f1a391-4b08-4a3a-9181-5954156f1a8f" providerId="ADAL" clId="{3EBC36B2-3C80-4238-BAFC-F9E5183C3BF7}" dt="2026-04-21T05:49:18.502" v="3372" actId="12385"/>
        <pc:sldMkLst>
          <pc:docMk/>
          <pc:sldMk cId="1902115607" sldId="283"/>
        </pc:sldMkLst>
        <pc:graphicFrameChg chg="mod modGraphic">
          <ac:chgData name="Martins, Lauren M." userId="e6f1a391-4b08-4a3a-9181-5954156f1a8f" providerId="ADAL" clId="{3EBC36B2-3C80-4238-BAFC-F9E5183C3BF7}" dt="2026-04-21T05:49:18.502" v="3372" actId="12385"/>
          <ac:graphicFrameMkLst>
            <pc:docMk/>
            <pc:sldMk cId="1902115607" sldId="283"/>
            <ac:graphicFrameMk id="4" creationId="{9DC16563-D631-BD80-F5B4-B60B845E944B}"/>
          </ac:graphicFrameMkLst>
        </pc:graphicFrameChg>
      </pc:sldChg>
      <pc:sldChg chg="modSp add mod">
        <pc:chgData name="Martins, Lauren M." userId="e6f1a391-4b08-4a3a-9181-5954156f1a8f" providerId="ADAL" clId="{3EBC36B2-3C80-4238-BAFC-F9E5183C3BF7}" dt="2026-04-21T05:49:25.679" v="3374" actId="12385"/>
        <pc:sldMkLst>
          <pc:docMk/>
          <pc:sldMk cId="1325464720" sldId="284"/>
        </pc:sldMkLst>
        <pc:graphicFrameChg chg="mod modGraphic">
          <ac:chgData name="Martins, Lauren M." userId="e6f1a391-4b08-4a3a-9181-5954156f1a8f" providerId="ADAL" clId="{3EBC36B2-3C80-4238-BAFC-F9E5183C3BF7}" dt="2026-04-21T05:49:25.679" v="3374" actId="12385"/>
          <ac:graphicFrameMkLst>
            <pc:docMk/>
            <pc:sldMk cId="1325464720" sldId="284"/>
            <ac:graphicFrameMk id="4" creationId="{273A0EFA-B9F1-D3DD-EDDA-B167702F0988}"/>
          </ac:graphicFrameMkLst>
        </pc:graphicFrameChg>
      </pc:sldChg>
      <pc:sldChg chg="modSp add mod">
        <pc:chgData name="Martins, Lauren M." userId="e6f1a391-4b08-4a3a-9181-5954156f1a8f" providerId="ADAL" clId="{3EBC36B2-3C80-4238-BAFC-F9E5183C3BF7}" dt="2026-04-21T05:49:34.567" v="3376" actId="12385"/>
        <pc:sldMkLst>
          <pc:docMk/>
          <pc:sldMk cId="723595466" sldId="285"/>
        </pc:sldMkLst>
        <pc:graphicFrameChg chg="mod modGraphic">
          <ac:chgData name="Martins, Lauren M." userId="e6f1a391-4b08-4a3a-9181-5954156f1a8f" providerId="ADAL" clId="{3EBC36B2-3C80-4238-BAFC-F9E5183C3BF7}" dt="2026-04-21T05:49:34.567" v="3376" actId="12385"/>
          <ac:graphicFrameMkLst>
            <pc:docMk/>
            <pc:sldMk cId="723595466" sldId="285"/>
            <ac:graphicFrameMk id="4" creationId="{A7E840D2-E4FD-07AF-CBCB-AFCC1DF5CC7A}"/>
          </ac:graphicFrameMkLst>
        </pc:graphicFrameChg>
      </pc:sldChg>
      <pc:sldChg chg="modSp add mod">
        <pc:chgData name="Martins, Lauren M." userId="e6f1a391-4b08-4a3a-9181-5954156f1a8f" providerId="ADAL" clId="{3EBC36B2-3C80-4238-BAFC-F9E5183C3BF7}" dt="2026-04-21T05:49:42.606" v="3378" actId="12385"/>
        <pc:sldMkLst>
          <pc:docMk/>
          <pc:sldMk cId="3591417480" sldId="286"/>
        </pc:sldMkLst>
        <pc:graphicFrameChg chg="mod modGraphic">
          <ac:chgData name="Martins, Lauren M." userId="e6f1a391-4b08-4a3a-9181-5954156f1a8f" providerId="ADAL" clId="{3EBC36B2-3C80-4238-BAFC-F9E5183C3BF7}" dt="2026-04-21T05:49:42.606" v="3378" actId="12385"/>
          <ac:graphicFrameMkLst>
            <pc:docMk/>
            <pc:sldMk cId="3591417480" sldId="286"/>
            <ac:graphicFrameMk id="4" creationId="{120B4DF3-4491-0E91-FF40-A5CC0FB684DA}"/>
          </ac:graphicFrameMkLst>
        </pc:graphicFrameChg>
      </pc:sldChg>
      <pc:sldChg chg="modSp add mod">
        <pc:chgData name="Martins, Lauren M." userId="e6f1a391-4b08-4a3a-9181-5954156f1a8f" providerId="ADAL" clId="{3EBC36B2-3C80-4238-BAFC-F9E5183C3BF7}" dt="2026-04-21T05:49:49.956" v="3380" actId="12385"/>
        <pc:sldMkLst>
          <pc:docMk/>
          <pc:sldMk cId="2523127853" sldId="287"/>
        </pc:sldMkLst>
        <pc:graphicFrameChg chg="mod modGraphic">
          <ac:chgData name="Martins, Lauren M." userId="e6f1a391-4b08-4a3a-9181-5954156f1a8f" providerId="ADAL" clId="{3EBC36B2-3C80-4238-BAFC-F9E5183C3BF7}" dt="2026-04-21T05:49:49.956" v="3380" actId="12385"/>
          <ac:graphicFrameMkLst>
            <pc:docMk/>
            <pc:sldMk cId="2523127853" sldId="287"/>
            <ac:graphicFrameMk id="4" creationId="{E9E53CC8-A9F7-59E3-603D-E386B56F6B8F}"/>
          </ac:graphicFrameMkLst>
        </pc:graphicFrameChg>
      </pc:sldChg>
      <pc:sldChg chg="modSp add mod">
        <pc:chgData name="Martins, Lauren M." userId="e6f1a391-4b08-4a3a-9181-5954156f1a8f" providerId="ADAL" clId="{3EBC36B2-3C80-4238-BAFC-F9E5183C3BF7}" dt="2026-04-21T05:49:58.863" v="3382" actId="12385"/>
        <pc:sldMkLst>
          <pc:docMk/>
          <pc:sldMk cId="2394761260" sldId="288"/>
        </pc:sldMkLst>
        <pc:graphicFrameChg chg="mod modGraphic">
          <ac:chgData name="Martins, Lauren M." userId="e6f1a391-4b08-4a3a-9181-5954156f1a8f" providerId="ADAL" clId="{3EBC36B2-3C80-4238-BAFC-F9E5183C3BF7}" dt="2026-04-21T05:49:58.863" v="3382" actId="12385"/>
          <ac:graphicFrameMkLst>
            <pc:docMk/>
            <pc:sldMk cId="2394761260" sldId="288"/>
            <ac:graphicFrameMk id="4" creationId="{4EE41CB1-50BA-5591-D023-DD44A7E27AC7}"/>
          </ac:graphicFrameMkLst>
        </pc:graphicFrameChg>
      </pc:sldChg>
      <pc:sldChg chg="addSp delSp modSp mod">
        <pc:chgData name="Martins, Lauren M." userId="e6f1a391-4b08-4a3a-9181-5954156f1a8f" providerId="ADAL" clId="{3EBC36B2-3C80-4238-BAFC-F9E5183C3BF7}" dt="2026-04-21T04:57:48.251" v="2900" actId="1076"/>
        <pc:sldMkLst>
          <pc:docMk/>
          <pc:sldMk cId="3819961340" sldId="291"/>
        </pc:sldMkLst>
        <pc:picChg chg="add mod">
          <ac:chgData name="Martins, Lauren M." userId="e6f1a391-4b08-4a3a-9181-5954156f1a8f" providerId="ADAL" clId="{3EBC36B2-3C80-4238-BAFC-F9E5183C3BF7}" dt="2026-04-21T04:57:48.251" v="2900" actId="1076"/>
          <ac:picMkLst>
            <pc:docMk/>
            <pc:sldMk cId="3819961340" sldId="291"/>
            <ac:picMk id="5" creationId="{5CB25663-A0EF-F9C6-69B7-36EFA19605AE}"/>
          </ac:picMkLst>
        </pc:picChg>
      </pc:sldChg>
      <pc:sldChg chg="addSp delSp modSp add mod modNotesTx">
        <pc:chgData name="Martins, Lauren M." userId="e6f1a391-4b08-4a3a-9181-5954156f1a8f" providerId="ADAL" clId="{3EBC36B2-3C80-4238-BAFC-F9E5183C3BF7}" dt="2026-04-21T09:01:31.494" v="5256" actId="20577"/>
        <pc:sldMkLst>
          <pc:docMk/>
          <pc:sldMk cId="637264516" sldId="295"/>
        </pc:sldMkLst>
        <pc:spChg chg="mod">
          <ac:chgData name="Martins, Lauren M." userId="e6f1a391-4b08-4a3a-9181-5954156f1a8f" providerId="ADAL" clId="{3EBC36B2-3C80-4238-BAFC-F9E5183C3BF7}" dt="2026-04-21T09:00:54.280" v="5093" actId="20577"/>
          <ac:spMkLst>
            <pc:docMk/>
            <pc:sldMk cId="637264516" sldId="295"/>
            <ac:spMk id="2" creationId="{BEA07528-E6AA-6338-F32C-E3C828991F4A}"/>
          </ac:spMkLst>
        </pc:spChg>
        <pc:spChg chg="add mod">
          <ac:chgData name="Martins, Lauren M." userId="e6f1a391-4b08-4a3a-9181-5954156f1a8f" providerId="ADAL" clId="{3EBC36B2-3C80-4238-BAFC-F9E5183C3BF7}" dt="2026-04-21T08:59:54.034" v="4941" actId="1076"/>
          <ac:spMkLst>
            <pc:docMk/>
            <pc:sldMk cId="637264516" sldId="295"/>
            <ac:spMk id="7" creationId="{237A82B6-09C7-3E94-D817-4A54F6A5C26F}"/>
          </ac:spMkLst>
        </pc:spChg>
        <pc:graphicFrameChg chg="add mod modGraphic">
          <ac:chgData name="Martins, Lauren M." userId="e6f1a391-4b08-4a3a-9181-5954156f1a8f" providerId="ADAL" clId="{3EBC36B2-3C80-4238-BAFC-F9E5183C3BF7}" dt="2026-04-21T09:01:31.494" v="5256" actId="20577"/>
          <ac:graphicFrameMkLst>
            <pc:docMk/>
            <pc:sldMk cId="637264516" sldId="295"/>
            <ac:graphicFrameMk id="4" creationId="{33DCD29E-AF35-C471-4E57-DE112BF99B40}"/>
          </ac:graphicFrameMkLst>
        </pc:graphicFrameChg>
      </pc:sldChg>
      <pc:sldChg chg="modSp new mod">
        <pc:chgData name="Martins, Lauren M." userId="e6f1a391-4b08-4a3a-9181-5954156f1a8f" providerId="ADAL" clId="{3EBC36B2-3C80-4238-BAFC-F9E5183C3BF7}" dt="2026-04-21T07:05:35.987" v="3910" actId="114"/>
        <pc:sldMkLst>
          <pc:docMk/>
          <pc:sldMk cId="2954712423" sldId="298"/>
        </pc:sldMkLst>
        <pc:spChg chg="mod">
          <ac:chgData name="Martins, Lauren M." userId="e6f1a391-4b08-4a3a-9181-5954156f1a8f" providerId="ADAL" clId="{3EBC36B2-3C80-4238-BAFC-F9E5183C3BF7}" dt="2026-04-21T07:05:16.444" v="3906" actId="113"/>
          <ac:spMkLst>
            <pc:docMk/>
            <pc:sldMk cId="2954712423" sldId="298"/>
            <ac:spMk id="2" creationId="{77016300-6BA0-8129-B068-68184277911D}"/>
          </ac:spMkLst>
        </pc:spChg>
        <pc:spChg chg="mod">
          <ac:chgData name="Martins, Lauren M." userId="e6f1a391-4b08-4a3a-9181-5954156f1a8f" providerId="ADAL" clId="{3EBC36B2-3C80-4238-BAFC-F9E5183C3BF7}" dt="2026-04-21T07:05:19.852" v="3907" actId="113"/>
          <ac:spMkLst>
            <pc:docMk/>
            <pc:sldMk cId="2954712423" sldId="298"/>
            <ac:spMk id="4" creationId="{55CC75BB-20AB-5795-77FD-7F423702F16A}"/>
          </ac:spMkLst>
        </pc:spChg>
        <pc:spChg chg="mod">
          <ac:chgData name="Martins, Lauren M." userId="e6f1a391-4b08-4a3a-9181-5954156f1a8f" providerId="ADAL" clId="{3EBC36B2-3C80-4238-BAFC-F9E5183C3BF7}" dt="2026-04-21T03:12:15.221" v="1749" actId="20577"/>
          <ac:spMkLst>
            <pc:docMk/>
            <pc:sldMk cId="2954712423" sldId="298"/>
            <ac:spMk id="6" creationId="{6011C880-1D13-6DEB-C5DA-D0CFE55B8F73}"/>
          </ac:spMkLst>
        </pc:spChg>
        <pc:spChg chg="mod">
          <ac:chgData name="Martins, Lauren M." userId="e6f1a391-4b08-4a3a-9181-5954156f1a8f" providerId="ADAL" clId="{3EBC36B2-3C80-4238-BAFC-F9E5183C3BF7}" dt="2026-04-21T07:05:35.987" v="3910" actId="114"/>
          <ac:spMkLst>
            <pc:docMk/>
            <pc:sldMk cId="2954712423" sldId="298"/>
            <ac:spMk id="9" creationId="{2EC78F7E-30D6-5573-0A28-C621969A7725}"/>
          </ac:spMkLst>
        </pc:spChg>
      </pc:sldChg>
      <pc:sldChg chg="modSp add mod">
        <pc:chgData name="Martins, Lauren M." userId="e6f1a391-4b08-4a3a-9181-5954156f1a8f" providerId="ADAL" clId="{3EBC36B2-3C80-4238-BAFC-F9E5183C3BF7}" dt="2026-04-21T06:19:25.173" v="3880" actId="1076"/>
        <pc:sldMkLst>
          <pc:docMk/>
          <pc:sldMk cId="668018778" sldId="300"/>
        </pc:sldMkLst>
        <pc:spChg chg="mod">
          <ac:chgData name="Martins, Lauren M." userId="e6f1a391-4b08-4a3a-9181-5954156f1a8f" providerId="ADAL" clId="{3EBC36B2-3C80-4238-BAFC-F9E5183C3BF7}" dt="2026-04-21T03:12:59.898" v="1820" actId="20577"/>
          <ac:spMkLst>
            <pc:docMk/>
            <pc:sldMk cId="668018778" sldId="300"/>
            <ac:spMk id="2" creationId="{C51B4EC4-61E5-9028-6C6B-47F81875AF37}"/>
          </ac:spMkLst>
        </pc:spChg>
        <pc:picChg chg="mod">
          <ac:chgData name="Martins, Lauren M." userId="e6f1a391-4b08-4a3a-9181-5954156f1a8f" providerId="ADAL" clId="{3EBC36B2-3C80-4238-BAFC-F9E5183C3BF7}" dt="2026-04-21T06:19:14.434" v="3876" actId="1076"/>
          <ac:picMkLst>
            <pc:docMk/>
            <pc:sldMk cId="668018778" sldId="300"/>
            <ac:picMk id="5" creationId="{4FC46562-8612-C428-F8D8-417F3E6A6469}"/>
          </ac:picMkLst>
        </pc:picChg>
        <pc:picChg chg="mod">
          <ac:chgData name="Martins, Lauren M." userId="e6f1a391-4b08-4a3a-9181-5954156f1a8f" providerId="ADAL" clId="{3EBC36B2-3C80-4238-BAFC-F9E5183C3BF7}" dt="2026-04-21T06:19:25.173" v="3880" actId="1076"/>
          <ac:picMkLst>
            <pc:docMk/>
            <pc:sldMk cId="668018778" sldId="300"/>
            <ac:picMk id="6" creationId="{707493EC-7091-7CE6-7F25-94E4601ADFFF}"/>
          </ac:picMkLst>
        </pc:picChg>
      </pc:sldChg>
      <pc:sldChg chg="modSp new mod">
        <pc:chgData name="Martins, Lauren M." userId="e6f1a391-4b08-4a3a-9181-5954156f1a8f" providerId="ADAL" clId="{3EBC36B2-3C80-4238-BAFC-F9E5183C3BF7}" dt="2026-04-21T09:06:18.967" v="5266" actId="1036"/>
        <pc:sldMkLst>
          <pc:docMk/>
          <pc:sldMk cId="1611605798" sldId="302"/>
        </pc:sldMkLst>
        <pc:spChg chg="mod">
          <ac:chgData name="Martins, Lauren M." userId="e6f1a391-4b08-4a3a-9181-5954156f1a8f" providerId="ADAL" clId="{3EBC36B2-3C80-4238-BAFC-F9E5183C3BF7}" dt="2026-04-21T03:13:27.386" v="1861" actId="313"/>
          <ac:spMkLst>
            <pc:docMk/>
            <pc:sldMk cId="1611605798" sldId="302"/>
            <ac:spMk id="2" creationId="{CD2E29DE-2362-0043-A354-8F60787F0C7A}"/>
          </ac:spMkLst>
        </pc:spChg>
        <pc:graphicFrameChg chg="mod modGraphic">
          <ac:chgData name="Martins, Lauren M." userId="e6f1a391-4b08-4a3a-9181-5954156f1a8f" providerId="ADAL" clId="{3EBC36B2-3C80-4238-BAFC-F9E5183C3BF7}" dt="2026-04-21T09:06:18.967" v="5266" actId="1036"/>
          <ac:graphicFrameMkLst>
            <pc:docMk/>
            <pc:sldMk cId="1611605798" sldId="302"/>
            <ac:graphicFrameMk id="6" creationId="{6B0D46CC-18ED-E13E-47BF-E754D3433AB7}"/>
          </ac:graphicFrameMkLst>
        </pc:graphicFrameChg>
      </pc:sldChg>
      <pc:sldChg chg="modSp add mod">
        <pc:chgData name="Martins, Lauren M." userId="e6f1a391-4b08-4a3a-9181-5954156f1a8f" providerId="ADAL" clId="{3EBC36B2-3C80-4238-BAFC-F9E5183C3BF7}" dt="2026-04-21T03:14:23.840" v="2002" actId="20577"/>
        <pc:sldMkLst>
          <pc:docMk/>
          <pc:sldMk cId="2870207600" sldId="304"/>
        </pc:sldMkLst>
        <pc:spChg chg="mod">
          <ac:chgData name="Martins, Lauren M." userId="e6f1a391-4b08-4a3a-9181-5954156f1a8f" providerId="ADAL" clId="{3EBC36B2-3C80-4238-BAFC-F9E5183C3BF7}" dt="2026-04-21T03:13:48.877" v="1900" actId="20577"/>
          <ac:spMkLst>
            <pc:docMk/>
            <pc:sldMk cId="2870207600" sldId="304"/>
            <ac:spMk id="2" creationId="{CD2E29DE-2362-0043-A354-8F60787F0C7A}"/>
          </ac:spMkLst>
        </pc:spChg>
      </pc:sldChg>
      <pc:sldChg chg="addSp delSp modSp new mod">
        <pc:chgData name="Martins, Lauren M." userId="e6f1a391-4b08-4a3a-9181-5954156f1a8f" providerId="ADAL" clId="{3EBC36B2-3C80-4238-BAFC-F9E5183C3BF7}" dt="2026-04-21T07:56:36.631" v="4171" actId="1076"/>
        <pc:sldMkLst>
          <pc:docMk/>
          <pc:sldMk cId="1218728556" sldId="305"/>
        </pc:sldMkLst>
        <pc:spChg chg="mod">
          <ac:chgData name="Martins, Lauren M." userId="e6f1a391-4b08-4a3a-9181-5954156f1a8f" providerId="ADAL" clId="{3EBC36B2-3C80-4238-BAFC-F9E5183C3BF7}" dt="2026-04-21T03:14:32.068" v="2020" actId="20577"/>
          <ac:spMkLst>
            <pc:docMk/>
            <pc:sldMk cId="1218728556" sldId="305"/>
            <ac:spMk id="2" creationId="{FF71D4B8-F75A-97E1-F544-93162D460F56}"/>
          </ac:spMkLst>
        </pc:spChg>
        <pc:graphicFrameChg chg="add mod modGraphic">
          <ac:chgData name="Martins, Lauren M." userId="e6f1a391-4b08-4a3a-9181-5954156f1a8f" providerId="ADAL" clId="{3EBC36B2-3C80-4238-BAFC-F9E5183C3BF7}" dt="2026-04-21T07:56:36.631" v="4171" actId="1076"/>
          <ac:graphicFrameMkLst>
            <pc:docMk/>
            <pc:sldMk cId="1218728556" sldId="305"/>
            <ac:graphicFrameMk id="4" creationId="{06B1D8C3-5EA3-479F-F19B-C37EE6FB5C47}"/>
          </ac:graphicFrameMkLst>
        </pc:graphicFrameChg>
      </pc:sldChg>
      <pc:sldChg chg="modSp new mod">
        <pc:chgData name="Martins, Lauren M." userId="e6f1a391-4b08-4a3a-9181-5954156f1a8f" providerId="ADAL" clId="{3EBC36B2-3C80-4238-BAFC-F9E5183C3BF7}" dt="2026-04-21T03:16:29.091" v="2102" actId="20577"/>
        <pc:sldMkLst>
          <pc:docMk/>
          <pc:sldMk cId="2452939451" sldId="307"/>
        </pc:sldMkLst>
        <pc:spChg chg="mod">
          <ac:chgData name="Martins, Lauren M." userId="e6f1a391-4b08-4a3a-9181-5954156f1a8f" providerId="ADAL" clId="{3EBC36B2-3C80-4238-BAFC-F9E5183C3BF7}" dt="2026-04-21T03:16:29.091" v="2102" actId="20577"/>
          <ac:spMkLst>
            <pc:docMk/>
            <pc:sldMk cId="2452939451" sldId="307"/>
            <ac:spMk id="2" creationId="{F9ADA69A-6EC6-9C9C-FABA-87561577E010}"/>
          </ac:spMkLst>
        </pc:spChg>
      </pc:sldChg>
      <pc:sldChg chg="modSp new mod">
        <pc:chgData name="Martins, Lauren M." userId="e6f1a391-4b08-4a3a-9181-5954156f1a8f" providerId="ADAL" clId="{3EBC36B2-3C80-4238-BAFC-F9E5183C3BF7}" dt="2026-04-21T05:27:21.008" v="3279" actId="12385"/>
        <pc:sldMkLst>
          <pc:docMk/>
          <pc:sldMk cId="1915108648" sldId="308"/>
        </pc:sldMkLst>
        <pc:spChg chg="mod">
          <ac:chgData name="Martins, Lauren M." userId="e6f1a391-4b08-4a3a-9181-5954156f1a8f" providerId="ADAL" clId="{3EBC36B2-3C80-4238-BAFC-F9E5183C3BF7}" dt="2026-04-21T03:16:41.823" v="2128" actId="20577"/>
          <ac:spMkLst>
            <pc:docMk/>
            <pc:sldMk cId="1915108648" sldId="308"/>
            <ac:spMk id="2" creationId="{62F0AA20-B63D-E70F-71FF-2609243491BF}"/>
          </ac:spMkLst>
        </pc:spChg>
        <pc:graphicFrameChg chg="modGraphic">
          <ac:chgData name="Martins, Lauren M." userId="e6f1a391-4b08-4a3a-9181-5954156f1a8f" providerId="ADAL" clId="{3EBC36B2-3C80-4238-BAFC-F9E5183C3BF7}" dt="2026-04-21T05:27:21.008" v="3279" actId="12385"/>
          <ac:graphicFrameMkLst>
            <pc:docMk/>
            <pc:sldMk cId="1915108648" sldId="308"/>
            <ac:graphicFrameMk id="4" creationId="{25468D0B-9BB7-9C6F-EE1B-D7A333305C81}"/>
          </ac:graphicFrameMkLst>
        </pc:graphicFrameChg>
      </pc:sldChg>
      <pc:sldChg chg="addSp delSp modSp add mod">
        <pc:chgData name="Martins, Lauren M." userId="e6f1a391-4b08-4a3a-9181-5954156f1a8f" providerId="ADAL" clId="{3EBC36B2-3C80-4238-BAFC-F9E5183C3BF7}" dt="2026-04-21T05:56:32.320" v="3466" actId="1076"/>
        <pc:sldMkLst>
          <pc:docMk/>
          <pc:sldMk cId="2450271805" sldId="309"/>
        </pc:sldMkLst>
        <pc:spChg chg="mod">
          <ac:chgData name="Martins, Lauren M." userId="e6f1a391-4b08-4a3a-9181-5954156f1a8f" providerId="ADAL" clId="{3EBC36B2-3C80-4238-BAFC-F9E5183C3BF7}" dt="2026-04-21T03:16:51.411" v="2152" actId="20577"/>
          <ac:spMkLst>
            <pc:docMk/>
            <pc:sldMk cId="2450271805" sldId="309"/>
            <ac:spMk id="2" creationId="{62F0AA20-B63D-E70F-71FF-2609243491BF}"/>
          </ac:spMkLst>
        </pc:spChg>
        <pc:picChg chg="mod">
          <ac:chgData name="Martins, Lauren M." userId="e6f1a391-4b08-4a3a-9181-5954156f1a8f" providerId="ADAL" clId="{3EBC36B2-3C80-4238-BAFC-F9E5183C3BF7}" dt="2026-04-21T05:56:32.320" v="3466" actId="1076"/>
          <ac:picMkLst>
            <pc:docMk/>
            <pc:sldMk cId="2450271805" sldId="309"/>
            <ac:picMk id="5" creationId="{732D307E-66D0-B3D6-757B-814DA4984086}"/>
          </ac:picMkLst>
        </pc:picChg>
      </pc:sldChg>
      <pc:sldChg chg="addSp delSp modSp add mod ord">
        <pc:chgData name="Martins, Lauren M." userId="e6f1a391-4b08-4a3a-9181-5954156f1a8f" providerId="ADAL" clId="{3EBC36B2-3C80-4238-BAFC-F9E5183C3BF7}" dt="2026-04-21T05:53:31.130" v="3435" actId="20577"/>
        <pc:sldMkLst>
          <pc:docMk/>
          <pc:sldMk cId="1509579957" sldId="311"/>
        </pc:sldMkLst>
        <pc:spChg chg="mod">
          <ac:chgData name="Martins, Lauren M." userId="e6f1a391-4b08-4a3a-9181-5954156f1a8f" providerId="ADAL" clId="{3EBC36B2-3C80-4238-BAFC-F9E5183C3BF7}" dt="2026-04-21T05:53:31.130" v="3435" actId="20577"/>
          <ac:spMkLst>
            <pc:docMk/>
            <pc:sldMk cId="1509579957" sldId="311"/>
            <ac:spMk id="2" creationId="{62F0AA20-B63D-E70F-71FF-2609243491BF}"/>
          </ac:spMkLst>
        </pc:spChg>
        <pc:picChg chg="add mod">
          <ac:chgData name="Martins, Lauren M." userId="e6f1a391-4b08-4a3a-9181-5954156f1a8f" providerId="ADAL" clId="{3EBC36B2-3C80-4238-BAFC-F9E5183C3BF7}" dt="2026-04-21T05:25:39.002" v="3273" actId="1076"/>
          <ac:picMkLst>
            <pc:docMk/>
            <pc:sldMk cId="1509579957" sldId="311"/>
            <ac:picMk id="6" creationId="{5BD75C3F-4C0F-1D8A-80E3-4114863A6F18}"/>
          </ac:picMkLst>
        </pc:picChg>
        <pc:picChg chg="add mod">
          <ac:chgData name="Martins, Lauren M." userId="e6f1a391-4b08-4a3a-9181-5954156f1a8f" providerId="ADAL" clId="{3EBC36B2-3C80-4238-BAFC-F9E5183C3BF7}" dt="2026-04-21T05:25:51.250" v="3275" actId="1076"/>
          <ac:picMkLst>
            <pc:docMk/>
            <pc:sldMk cId="1509579957" sldId="311"/>
            <ac:picMk id="7" creationId="{612FA783-ED38-4FEC-FA5F-4AA8B27EB9F9}"/>
          </ac:picMkLst>
        </pc:picChg>
      </pc:sldChg>
      <pc:sldChg chg="delSp modSp new mod">
        <pc:chgData name="Martins, Lauren M." userId="e6f1a391-4b08-4a3a-9181-5954156f1a8f" providerId="ADAL" clId="{3EBC36B2-3C80-4238-BAFC-F9E5183C3BF7}" dt="2026-04-21T03:43:36.531" v="2644" actId="478"/>
        <pc:sldMkLst>
          <pc:docMk/>
          <pc:sldMk cId="746007344" sldId="313"/>
        </pc:sldMkLst>
        <pc:spChg chg="mod">
          <ac:chgData name="Martins, Lauren M." userId="e6f1a391-4b08-4a3a-9181-5954156f1a8f" providerId="ADAL" clId="{3EBC36B2-3C80-4238-BAFC-F9E5183C3BF7}" dt="2026-04-21T03:43:31.701" v="2643" actId="20577"/>
          <ac:spMkLst>
            <pc:docMk/>
            <pc:sldMk cId="746007344" sldId="313"/>
            <ac:spMk id="2" creationId="{28704CB6-BA18-E53B-FA61-1108DD1D9F08}"/>
          </ac:spMkLst>
        </pc:spChg>
      </pc:sldChg>
      <pc:sldChg chg="addSp delSp modSp new mod">
        <pc:chgData name="Martins, Lauren M." userId="e6f1a391-4b08-4a3a-9181-5954156f1a8f" providerId="ADAL" clId="{3EBC36B2-3C80-4238-BAFC-F9E5183C3BF7}" dt="2026-04-21T03:46:47.197" v="2714" actId="122"/>
        <pc:sldMkLst>
          <pc:docMk/>
          <pc:sldMk cId="1773449794" sldId="314"/>
        </pc:sldMkLst>
        <pc:spChg chg="mod">
          <ac:chgData name="Martins, Lauren M." userId="e6f1a391-4b08-4a3a-9181-5954156f1a8f" providerId="ADAL" clId="{3EBC36B2-3C80-4238-BAFC-F9E5183C3BF7}" dt="2026-04-21T03:45:56.588" v="2709" actId="27636"/>
          <ac:spMkLst>
            <pc:docMk/>
            <pc:sldMk cId="1773449794" sldId="314"/>
            <ac:spMk id="2" creationId="{7CAF80A0-9681-4EC6-8B8C-6C4A598E2327}"/>
          </ac:spMkLst>
        </pc:spChg>
        <pc:graphicFrameChg chg="add mod modGraphic">
          <ac:chgData name="Martins, Lauren M." userId="e6f1a391-4b08-4a3a-9181-5954156f1a8f" providerId="ADAL" clId="{3EBC36B2-3C80-4238-BAFC-F9E5183C3BF7}" dt="2026-04-21T03:46:47.197" v="2714" actId="122"/>
          <ac:graphicFrameMkLst>
            <pc:docMk/>
            <pc:sldMk cId="1773449794" sldId="314"/>
            <ac:graphicFrameMk id="4" creationId="{61CF913A-6A1A-D009-97E4-61478C0F5829}"/>
          </ac:graphicFrameMkLst>
        </pc:graphicFrameChg>
      </pc:sldChg>
      <pc:sldChg chg="modSp new mod">
        <pc:chgData name="Martins, Lauren M." userId="e6f1a391-4b08-4a3a-9181-5954156f1a8f" providerId="ADAL" clId="{3EBC36B2-3C80-4238-BAFC-F9E5183C3BF7}" dt="2026-04-21T07:56:59.169" v="4173" actId="12385"/>
        <pc:sldMkLst>
          <pc:docMk/>
          <pc:sldMk cId="3101792719" sldId="315"/>
        </pc:sldMkLst>
        <pc:spChg chg="mod">
          <ac:chgData name="Martins, Lauren M." userId="e6f1a391-4b08-4a3a-9181-5954156f1a8f" providerId="ADAL" clId="{3EBC36B2-3C80-4238-BAFC-F9E5183C3BF7}" dt="2026-04-21T03:47:28.383" v="2736" actId="20577"/>
          <ac:spMkLst>
            <pc:docMk/>
            <pc:sldMk cId="3101792719" sldId="315"/>
            <ac:spMk id="2" creationId="{FF17C70C-3085-BDCF-E1A3-A452B671E728}"/>
          </ac:spMkLst>
        </pc:spChg>
        <pc:graphicFrameChg chg="modGraphic">
          <ac:chgData name="Martins, Lauren M." userId="e6f1a391-4b08-4a3a-9181-5954156f1a8f" providerId="ADAL" clId="{3EBC36B2-3C80-4238-BAFC-F9E5183C3BF7}" dt="2026-04-21T07:56:59.169" v="4173" actId="12385"/>
          <ac:graphicFrameMkLst>
            <pc:docMk/>
            <pc:sldMk cId="3101792719" sldId="315"/>
            <ac:graphicFrameMk id="5" creationId="{8B19FB74-D7AA-042F-9C09-9741B8D8180C}"/>
          </ac:graphicFrameMkLst>
        </pc:graphicFrameChg>
      </pc:sldChg>
      <pc:sldChg chg="modSp add mod">
        <pc:chgData name="Martins, Lauren M." userId="e6f1a391-4b08-4a3a-9181-5954156f1a8f" providerId="ADAL" clId="{3EBC36B2-3C80-4238-BAFC-F9E5183C3BF7}" dt="2026-04-21T03:47:39.277" v="2747" actId="20577"/>
        <pc:sldMkLst>
          <pc:docMk/>
          <pc:sldMk cId="4289362060" sldId="316"/>
        </pc:sldMkLst>
        <pc:spChg chg="mod">
          <ac:chgData name="Martins, Lauren M." userId="e6f1a391-4b08-4a3a-9181-5954156f1a8f" providerId="ADAL" clId="{3EBC36B2-3C80-4238-BAFC-F9E5183C3BF7}" dt="2026-04-21T03:47:39.277" v="2747" actId="20577"/>
          <ac:spMkLst>
            <pc:docMk/>
            <pc:sldMk cId="4289362060" sldId="316"/>
            <ac:spMk id="2" creationId="{FF17C70C-3085-BDCF-E1A3-A452B671E728}"/>
          </ac:spMkLst>
        </pc:spChg>
      </pc:sldChg>
      <pc:sldChg chg="modSp add mod">
        <pc:chgData name="Martins, Lauren M." userId="e6f1a391-4b08-4a3a-9181-5954156f1a8f" providerId="ADAL" clId="{3EBC36B2-3C80-4238-BAFC-F9E5183C3BF7}" dt="2026-04-21T03:47:50.860" v="2751" actId="20577"/>
        <pc:sldMkLst>
          <pc:docMk/>
          <pc:sldMk cId="1091846312" sldId="317"/>
        </pc:sldMkLst>
        <pc:spChg chg="mod">
          <ac:chgData name="Martins, Lauren M." userId="e6f1a391-4b08-4a3a-9181-5954156f1a8f" providerId="ADAL" clId="{3EBC36B2-3C80-4238-BAFC-F9E5183C3BF7}" dt="2026-04-21T03:47:50.860" v="2751" actId="20577"/>
          <ac:spMkLst>
            <pc:docMk/>
            <pc:sldMk cId="1091846312" sldId="317"/>
            <ac:spMk id="2" creationId="{FF17C70C-3085-BDCF-E1A3-A452B671E728}"/>
          </ac:spMkLst>
        </pc:spChg>
      </pc:sldChg>
      <pc:sldChg chg="modSp add mod">
        <pc:chgData name="Martins, Lauren M." userId="e6f1a391-4b08-4a3a-9181-5954156f1a8f" providerId="ADAL" clId="{3EBC36B2-3C80-4238-BAFC-F9E5183C3BF7}" dt="2026-04-21T03:47:56.870" v="2755" actId="20577"/>
        <pc:sldMkLst>
          <pc:docMk/>
          <pc:sldMk cId="2312912913" sldId="318"/>
        </pc:sldMkLst>
        <pc:spChg chg="mod">
          <ac:chgData name="Martins, Lauren M." userId="e6f1a391-4b08-4a3a-9181-5954156f1a8f" providerId="ADAL" clId="{3EBC36B2-3C80-4238-BAFC-F9E5183C3BF7}" dt="2026-04-21T03:47:56.870" v="2755" actId="20577"/>
          <ac:spMkLst>
            <pc:docMk/>
            <pc:sldMk cId="2312912913" sldId="318"/>
            <ac:spMk id="2" creationId="{FF17C70C-3085-BDCF-E1A3-A452B671E728}"/>
          </ac:spMkLst>
        </pc:spChg>
      </pc:sldChg>
      <pc:sldChg chg="addSp delSp modSp mod ord">
        <pc:chgData name="Martins, Lauren M." userId="e6f1a391-4b08-4a3a-9181-5954156f1a8f" providerId="ADAL" clId="{3EBC36B2-3C80-4238-BAFC-F9E5183C3BF7}" dt="2026-04-21T08:08:50.449" v="4334" actId="1076"/>
        <pc:sldMkLst>
          <pc:docMk/>
          <pc:sldMk cId="3287219245" sldId="319"/>
        </pc:sldMkLst>
        <pc:spChg chg="add mod">
          <ac:chgData name="Martins, Lauren M." userId="e6f1a391-4b08-4a3a-9181-5954156f1a8f" providerId="ADAL" clId="{3EBC36B2-3C80-4238-BAFC-F9E5183C3BF7}" dt="2026-04-21T05:18:07.405" v="3262" actId="113"/>
          <ac:spMkLst>
            <pc:docMk/>
            <pc:sldMk cId="3287219245" sldId="319"/>
            <ac:spMk id="8" creationId="{31DCA2AF-ED30-7762-DA65-38964CEE0735}"/>
          </ac:spMkLst>
        </pc:spChg>
        <pc:graphicFrameChg chg="add mod modGraphic">
          <ac:chgData name="Martins, Lauren M." userId="e6f1a391-4b08-4a3a-9181-5954156f1a8f" providerId="ADAL" clId="{3EBC36B2-3C80-4238-BAFC-F9E5183C3BF7}" dt="2026-04-21T08:08:27.135" v="4330" actId="1076"/>
          <ac:graphicFrameMkLst>
            <pc:docMk/>
            <pc:sldMk cId="3287219245" sldId="319"/>
            <ac:graphicFrameMk id="6" creationId="{A2AC70FF-5DB5-B2F7-ACF3-FF0F71D2CD02}"/>
          </ac:graphicFrameMkLst>
        </pc:graphicFrameChg>
        <pc:graphicFrameChg chg="add mod modGraphic">
          <ac:chgData name="Martins, Lauren M." userId="e6f1a391-4b08-4a3a-9181-5954156f1a8f" providerId="ADAL" clId="{3EBC36B2-3C80-4238-BAFC-F9E5183C3BF7}" dt="2026-04-21T08:08:50.449" v="4334" actId="1076"/>
          <ac:graphicFrameMkLst>
            <pc:docMk/>
            <pc:sldMk cId="3287219245" sldId="319"/>
            <ac:graphicFrameMk id="11" creationId="{9316B274-D959-A636-D447-387FDE5A9A8B}"/>
          </ac:graphicFrameMkLst>
        </pc:graphicFrameChg>
      </pc:sldChg>
      <pc:sldChg chg="modSp mod">
        <pc:chgData name="Martins, Lauren M." userId="e6f1a391-4b08-4a3a-9181-5954156f1a8f" providerId="ADAL" clId="{3EBC36B2-3C80-4238-BAFC-F9E5183C3BF7}" dt="2026-04-21T05:10:48.367" v="3127" actId="1076"/>
        <pc:sldMkLst>
          <pc:docMk/>
          <pc:sldMk cId="1559635121" sldId="321"/>
        </pc:sldMkLst>
        <pc:picChg chg="mod">
          <ac:chgData name="Martins, Lauren M." userId="e6f1a391-4b08-4a3a-9181-5954156f1a8f" providerId="ADAL" clId="{3EBC36B2-3C80-4238-BAFC-F9E5183C3BF7}" dt="2026-04-21T05:10:48.367" v="3127" actId="1076"/>
          <ac:picMkLst>
            <pc:docMk/>
            <pc:sldMk cId="1559635121" sldId="321"/>
            <ac:picMk id="5" creationId="{263AFAEF-66D5-AF95-4943-207AA780A85A}"/>
          </ac:picMkLst>
        </pc:picChg>
        <pc:picChg chg="mod">
          <ac:chgData name="Martins, Lauren M." userId="e6f1a391-4b08-4a3a-9181-5954156f1a8f" providerId="ADAL" clId="{3EBC36B2-3C80-4238-BAFC-F9E5183C3BF7}" dt="2026-04-21T05:10:48.367" v="3127" actId="1076"/>
          <ac:picMkLst>
            <pc:docMk/>
            <pc:sldMk cId="1559635121" sldId="321"/>
            <ac:picMk id="13" creationId="{EB1180DB-6C2D-5CD7-6134-2D1AF8C433EC}"/>
          </ac:picMkLst>
        </pc:picChg>
        <pc:picChg chg="mod">
          <ac:chgData name="Martins, Lauren M." userId="e6f1a391-4b08-4a3a-9181-5954156f1a8f" providerId="ADAL" clId="{3EBC36B2-3C80-4238-BAFC-F9E5183C3BF7}" dt="2026-04-21T05:10:48.367" v="3127" actId="1076"/>
          <ac:picMkLst>
            <pc:docMk/>
            <pc:sldMk cId="1559635121" sldId="321"/>
            <ac:picMk id="17" creationId="{B0B8D91F-8185-33DE-69C6-C9902F758463}"/>
          </ac:picMkLst>
        </pc:picChg>
        <pc:picChg chg="mod">
          <ac:chgData name="Martins, Lauren M." userId="e6f1a391-4b08-4a3a-9181-5954156f1a8f" providerId="ADAL" clId="{3EBC36B2-3C80-4238-BAFC-F9E5183C3BF7}" dt="2026-04-21T05:10:48.367" v="3127" actId="1076"/>
          <ac:picMkLst>
            <pc:docMk/>
            <pc:sldMk cId="1559635121" sldId="321"/>
            <ac:picMk id="19" creationId="{097E46CE-07F2-0830-9550-0B0F1F3CD04E}"/>
          </ac:picMkLst>
        </pc:picChg>
      </pc:sldChg>
      <pc:sldChg chg="delSp modSp add mod">
        <pc:chgData name="Martins, Lauren M." userId="e6f1a391-4b08-4a3a-9181-5954156f1a8f" providerId="ADAL" clId="{3EBC36B2-3C80-4238-BAFC-F9E5183C3BF7}" dt="2026-04-21T07:58:10.848" v="4216" actId="115"/>
        <pc:sldMkLst>
          <pc:docMk/>
          <pc:sldMk cId="733277411" sldId="322"/>
        </pc:sldMkLst>
        <pc:spChg chg="mod">
          <ac:chgData name="Martins, Lauren M." userId="e6f1a391-4b08-4a3a-9181-5954156f1a8f" providerId="ADAL" clId="{3EBC36B2-3C80-4238-BAFC-F9E5183C3BF7}" dt="2026-04-21T07:58:10.848" v="4216" actId="115"/>
          <ac:spMkLst>
            <pc:docMk/>
            <pc:sldMk cId="733277411" sldId="322"/>
            <ac:spMk id="3" creationId="{C1D0FAEE-82B6-BD6A-44FD-55E841F4C4A1}"/>
          </ac:spMkLst>
        </pc:spChg>
      </pc:sldChg>
      <pc:sldChg chg="addSp delSp modSp add mod">
        <pc:chgData name="Martins, Lauren M." userId="e6f1a391-4b08-4a3a-9181-5954156f1a8f" providerId="ADAL" clId="{3EBC36B2-3C80-4238-BAFC-F9E5183C3BF7}" dt="2026-04-21T07:53:26.842" v="4166" actId="20577"/>
        <pc:sldMkLst>
          <pc:docMk/>
          <pc:sldMk cId="1080862850" sldId="323"/>
        </pc:sldMkLst>
        <pc:spChg chg="mod">
          <ac:chgData name="Martins, Lauren M." userId="e6f1a391-4b08-4a3a-9181-5954156f1a8f" providerId="ADAL" clId="{3EBC36B2-3C80-4238-BAFC-F9E5183C3BF7}" dt="2026-04-21T05:31:36.885" v="3299" actId="20577"/>
          <ac:spMkLst>
            <pc:docMk/>
            <pc:sldMk cId="1080862850" sldId="323"/>
            <ac:spMk id="2" creationId="{02ED78A4-D878-6AE8-EC02-754BF1FA1FB0}"/>
          </ac:spMkLst>
        </pc:spChg>
        <pc:spChg chg="mod">
          <ac:chgData name="Martins, Lauren M." userId="e6f1a391-4b08-4a3a-9181-5954156f1a8f" providerId="ADAL" clId="{3EBC36B2-3C80-4238-BAFC-F9E5183C3BF7}" dt="2026-04-21T07:53:26.842" v="4166" actId="20577"/>
          <ac:spMkLst>
            <pc:docMk/>
            <pc:sldMk cId="1080862850" sldId="323"/>
            <ac:spMk id="3" creationId="{FEE99008-C93A-2EE7-5953-24A071D17908}"/>
          </ac:spMkLst>
        </pc:spChg>
        <pc:spChg chg="add mod">
          <ac:chgData name="Martins, Lauren M." userId="e6f1a391-4b08-4a3a-9181-5954156f1a8f" providerId="ADAL" clId="{3EBC36B2-3C80-4238-BAFC-F9E5183C3BF7}" dt="2026-04-21T05:33:47.719" v="3326" actId="13822"/>
          <ac:spMkLst>
            <pc:docMk/>
            <pc:sldMk cId="1080862850" sldId="323"/>
            <ac:spMk id="7" creationId="{4ED5B83E-352C-A70F-3B61-C4E6313F97E6}"/>
          </ac:spMkLst>
        </pc:spChg>
        <pc:picChg chg="add mod">
          <ac:chgData name="Martins, Lauren M." userId="e6f1a391-4b08-4a3a-9181-5954156f1a8f" providerId="ADAL" clId="{3EBC36B2-3C80-4238-BAFC-F9E5183C3BF7}" dt="2026-04-21T05:32:39.295" v="3320" actId="1076"/>
          <ac:picMkLst>
            <pc:docMk/>
            <pc:sldMk cId="1080862850" sldId="323"/>
            <ac:picMk id="6" creationId="{F20DD50F-4DB3-C064-2ECE-0F699DEDEDF4}"/>
          </ac:picMkLst>
        </pc:picChg>
      </pc:sldChg>
      <pc:sldChg chg="delSp modSp new mod">
        <pc:chgData name="Martins, Lauren M." userId="e6f1a391-4b08-4a3a-9181-5954156f1a8f" providerId="ADAL" clId="{3EBC36B2-3C80-4238-BAFC-F9E5183C3BF7}" dt="2026-04-21T05:53:39.065" v="3436" actId="478"/>
        <pc:sldMkLst>
          <pc:docMk/>
          <pc:sldMk cId="4025083158" sldId="324"/>
        </pc:sldMkLst>
        <pc:spChg chg="mod">
          <ac:chgData name="Martins, Lauren M." userId="e6f1a391-4b08-4a3a-9181-5954156f1a8f" providerId="ADAL" clId="{3EBC36B2-3C80-4238-BAFC-F9E5183C3BF7}" dt="2026-04-21T05:53:20.874" v="3410" actId="20577"/>
          <ac:spMkLst>
            <pc:docMk/>
            <pc:sldMk cId="4025083158" sldId="324"/>
            <ac:spMk id="2" creationId="{E4275DCF-029D-D82C-D653-DE52525F3B6C}"/>
          </ac:spMkLst>
        </pc:spChg>
      </pc:sldChg>
      <pc:sldChg chg="addSp delSp modSp add mod">
        <pc:chgData name="Martins, Lauren M." userId="e6f1a391-4b08-4a3a-9181-5954156f1a8f" providerId="ADAL" clId="{3EBC36B2-3C80-4238-BAFC-F9E5183C3BF7}" dt="2026-04-21T05:57:03.574" v="3497" actId="1076"/>
        <pc:sldMkLst>
          <pc:docMk/>
          <pc:sldMk cId="3326324915" sldId="325"/>
        </pc:sldMkLst>
        <pc:spChg chg="mod">
          <ac:chgData name="Martins, Lauren M." userId="e6f1a391-4b08-4a3a-9181-5954156f1a8f" providerId="ADAL" clId="{3EBC36B2-3C80-4238-BAFC-F9E5183C3BF7}" dt="2026-04-21T05:56:41.642" v="3490" actId="20577"/>
          <ac:spMkLst>
            <pc:docMk/>
            <pc:sldMk cId="3326324915" sldId="325"/>
            <ac:spMk id="2" creationId="{62F0AA20-B63D-E70F-71FF-2609243491BF}"/>
          </ac:spMkLst>
        </pc:spChg>
        <pc:graphicFrameChg chg="add mod modGraphic">
          <ac:chgData name="Martins, Lauren M." userId="e6f1a391-4b08-4a3a-9181-5954156f1a8f" providerId="ADAL" clId="{3EBC36B2-3C80-4238-BAFC-F9E5183C3BF7}" dt="2026-04-21T05:57:03.574" v="3497" actId="1076"/>
          <ac:graphicFrameMkLst>
            <pc:docMk/>
            <pc:sldMk cId="3326324915" sldId="325"/>
            <ac:graphicFrameMk id="3" creationId="{67843649-9A9A-696F-8053-CAEC78997EE4}"/>
          </ac:graphicFrameMkLst>
        </pc:graphicFrameChg>
      </pc:sldChg>
      <pc:sldChg chg="addSp delSp modSp new mod">
        <pc:chgData name="Martins, Lauren M." userId="e6f1a391-4b08-4a3a-9181-5954156f1a8f" providerId="ADAL" clId="{3EBC36B2-3C80-4238-BAFC-F9E5183C3BF7}" dt="2026-04-21T08:38:40.602" v="4541" actId="1076"/>
        <pc:sldMkLst>
          <pc:docMk/>
          <pc:sldMk cId="2888552573" sldId="326"/>
        </pc:sldMkLst>
        <pc:spChg chg="mod">
          <ac:chgData name="Martins, Lauren M." userId="e6f1a391-4b08-4a3a-9181-5954156f1a8f" providerId="ADAL" clId="{3EBC36B2-3C80-4238-BAFC-F9E5183C3BF7}" dt="2026-04-21T07:04:47.369" v="3903" actId="20577"/>
          <ac:spMkLst>
            <pc:docMk/>
            <pc:sldMk cId="2888552573" sldId="326"/>
            <ac:spMk id="2" creationId="{1A47930B-4ABF-62EE-A4F6-32FECB741223}"/>
          </ac:spMkLst>
        </pc:spChg>
        <pc:graphicFrameChg chg="add mod modGraphic">
          <ac:chgData name="Martins, Lauren M." userId="e6f1a391-4b08-4a3a-9181-5954156f1a8f" providerId="ADAL" clId="{3EBC36B2-3C80-4238-BAFC-F9E5183C3BF7}" dt="2026-04-21T08:38:40.602" v="4541" actId="1076"/>
          <ac:graphicFrameMkLst>
            <pc:docMk/>
            <pc:sldMk cId="2888552573" sldId="326"/>
            <ac:graphicFrameMk id="4" creationId="{2CA81FBB-EC35-DD37-A6B0-FEF71A840B18}"/>
          </ac:graphicFrameMkLst>
        </pc:graphicFrameChg>
      </pc:sldChg>
      <pc:sldChg chg="delSp modSp new mod">
        <pc:chgData name="Martins, Lauren M." userId="e6f1a391-4b08-4a3a-9181-5954156f1a8f" providerId="ADAL" clId="{3EBC36B2-3C80-4238-BAFC-F9E5183C3BF7}" dt="2026-04-21T07:04:37.363" v="3900" actId="478"/>
        <pc:sldMkLst>
          <pc:docMk/>
          <pc:sldMk cId="4039593336" sldId="328"/>
        </pc:sldMkLst>
        <pc:spChg chg="mod">
          <ac:chgData name="Martins, Lauren M." userId="e6f1a391-4b08-4a3a-9181-5954156f1a8f" providerId="ADAL" clId="{3EBC36B2-3C80-4238-BAFC-F9E5183C3BF7}" dt="2026-04-21T07:04:31.558" v="3899" actId="20577"/>
          <ac:spMkLst>
            <pc:docMk/>
            <pc:sldMk cId="4039593336" sldId="328"/>
            <ac:spMk id="2" creationId="{BF634048-24A3-CAB0-FDF2-29D83809AECC}"/>
          </ac:spMkLst>
        </pc:spChg>
      </pc:sldChg>
      <pc:sldChg chg="modSp mod ord">
        <pc:chgData name="Martins, Lauren M." userId="e6f1a391-4b08-4a3a-9181-5954156f1a8f" providerId="ADAL" clId="{3EBC36B2-3C80-4238-BAFC-F9E5183C3BF7}" dt="2026-04-21T09:03:23.138" v="5258"/>
        <pc:sldMkLst>
          <pc:docMk/>
          <pc:sldMk cId="641559002" sldId="329"/>
        </pc:sldMkLst>
        <pc:graphicFrameChg chg="mod modGraphic">
          <ac:chgData name="Martins, Lauren M." userId="e6f1a391-4b08-4a3a-9181-5954156f1a8f" providerId="ADAL" clId="{3EBC36B2-3C80-4238-BAFC-F9E5183C3BF7}" dt="2026-04-21T08:39:31.708" v="4546" actId="1076"/>
          <ac:graphicFrameMkLst>
            <pc:docMk/>
            <pc:sldMk cId="641559002" sldId="329"/>
            <ac:graphicFrameMk id="4" creationId="{3CBDFB4A-64D3-0AAC-9752-E86FA6445013}"/>
          </ac:graphicFrameMkLst>
        </pc:graphicFrameChg>
      </pc:sldChg>
      <pc:sldChg chg="modSp mod">
        <pc:chgData name="Martins, Lauren M." userId="e6f1a391-4b08-4a3a-9181-5954156f1a8f" providerId="ADAL" clId="{3EBC36B2-3C80-4238-BAFC-F9E5183C3BF7}" dt="2026-04-21T09:04:44.910" v="5262" actId="403"/>
        <pc:sldMkLst>
          <pc:docMk/>
          <pc:sldMk cId="2453726814" sldId="330"/>
        </pc:sldMkLst>
        <pc:graphicFrameChg chg="modGraphic">
          <ac:chgData name="Martins, Lauren M." userId="e6f1a391-4b08-4a3a-9181-5954156f1a8f" providerId="ADAL" clId="{3EBC36B2-3C80-4238-BAFC-F9E5183C3BF7}" dt="2026-04-21T09:04:44.910" v="5262" actId="403"/>
          <ac:graphicFrameMkLst>
            <pc:docMk/>
            <pc:sldMk cId="2453726814" sldId="330"/>
            <ac:graphicFrameMk id="5" creationId="{423A5AF5-7E6D-F4F8-0B1C-AD708AA9C7AC}"/>
          </ac:graphicFrameMkLst>
        </pc:graphicFrameChg>
      </pc:sldChg>
    </pc:docChg>
  </pc:docChgLst>
  <pc:docChgLst>
    <pc:chgData name="Clardy, John S." userId="af1ec040-aca6-4914-a8fe-50c76c9c8aa0" providerId="ADAL" clId="{144FF33A-29DC-44CC-A17F-E91E93DD3C49}"/>
    <pc:docChg chg="undo redo custSel addSld delSld modSld">
      <pc:chgData name="Clardy, John S." userId="af1ec040-aca6-4914-a8fe-50c76c9c8aa0" providerId="ADAL" clId="{144FF33A-29DC-44CC-A17F-E91E93DD3C49}" dt="2026-04-21T09:07:24.885" v="1793" actId="20577"/>
      <pc:docMkLst>
        <pc:docMk/>
      </pc:docMkLst>
      <pc:sldChg chg="modSp mod">
        <pc:chgData name="Clardy, John S." userId="af1ec040-aca6-4914-a8fe-50c76c9c8aa0" providerId="ADAL" clId="{144FF33A-29DC-44CC-A17F-E91E93DD3C49}" dt="2026-04-21T08:29:18.573" v="1576" actId="1076"/>
        <pc:sldMkLst>
          <pc:docMk/>
          <pc:sldMk cId="2459660667" sldId="257"/>
        </pc:sldMkLst>
        <pc:graphicFrameChg chg="mod modGraphic">
          <ac:chgData name="Clardy, John S." userId="af1ec040-aca6-4914-a8fe-50c76c9c8aa0" providerId="ADAL" clId="{144FF33A-29DC-44CC-A17F-E91E93DD3C49}" dt="2026-04-21T08:29:18.573" v="1576" actId="1076"/>
          <ac:graphicFrameMkLst>
            <pc:docMk/>
            <pc:sldMk cId="2459660667" sldId="257"/>
            <ac:graphicFrameMk id="13" creationId="{2BF232B1-112A-7242-F9D2-9B21440F6623}"/>
          </ac:graphicFrameMkLst>
        </pc:graphicFrameChg>
      </pc:sldChg>
      <pc:sldChg chg="modSp mod">
        <pc:chgData name="Clardy, John S." userId="af1ec040-aca6-4914-a8fe-50c76c9c8aa0" providerId="ADAL" clId="{144FF33A-29DC-44CC-A17F-E91E93DD3C49}" dt="2026-04-21T08:31:36.573" v="1590" actId="20577"/>
        <pc:sldMkLst>
          <pc:docMk/>
          <pc:sldMk cId="637264516" sldId="295"/>
        </pc:sldMkLst>
      </pc:sldChg>
      <pc:sldChg chg="addSp delSp modSp mod">
        <pc:chgData name="Clardy, John S." userId="af1ec040-aca6-4914-a8fe-50c76c9c8aa0" providerId="ADAL" clId="{144FF33A-29DC-44CC-A17F-E91E93DD3C49}" dt="2026-04-21T06:37:08.605" v="1170" actId="20577"/>
        <pc:sldMkLst>
          <pc:docMk/>
          <pc:sldMk cId="2954712423" sldId="298"/>
        </pc:sldMkLst>
        <pc:spChg chg="mod">
          <ac:chgData name="Clardy, John S." userId="af1ec040-aca6-4914-a8fe-50c76c9c8aa0" providerId="ADAL" clId="{144FF33A-29DC-44CC-A17F-E91E93DD3C49}" dt="2026-04-21T06:28:46.180" v="1092" actId="20577"/>
          <ac:spMkLst>
            <pc:docMk/>
            <pc:sldMk cId="2954712423" sldId="298"/>
            <ac:spMk id="5" creationId="{A397637E-F046-CEA2-0B15-7111F09E2344}"/>
          </ac:spMkLst>
        </pc:spChg>
        <pc:spChg chg="add mod">
          <ac:chgData name="Clardy, John S." userId="af1ec040-aca6-4914-a8fe-50c76c9c8aa0" providerId="ADAL" clId="{144FF33A-29DC-44CC-A17F-E91E93DD3C49}" dt="2026-04-21T06:37:08.605" v="1170" actId="20577"/>
          <ac:spMkLst>
            <pc:docMk/>
            <pc:sldMk cId="2954712423" sldId="298"/>
            <ac:spMk id="9" creationId="{2EC78F7E-30D6-5573-0A28-C621969A7725}"/>
          </ac:spMkLst>
        </pc:spChg>
      </pc:sldChg>
      <pc:sldChg chg="addSp delSp modSp mod">
        <pc:chgData name="Clardy, John S." userId="af1ec040-aca6-4914-a8fe-50c76c9c8aa0" providerId="ADAL" clId="{144FF33A-29DC-44CC-A17F-E91E93DD3C49}" dt="2026-04-21T06:37:08.016" v="1169" actId="1076"/>
        <pc:sldMkLst>
          <pc:docMk/>
          <pc:sldMk cId="668018778" sldId="300"/>
        </pc:sldMkLst>
        <pc:spChg chg="mod">
          <ac:chgData name="Clardy, John S." userId="af1ec040-aca6-4914-a8fe-50c76c9c8aa0" providerId="ADAL" clId="{144FF33A-29DC-44CC-A17F-E91E93DD3C49}" dt="2026-04-21T06:02:00.738" v="799" actId="20577"/>
          <ac:spMkLst>
            <pc:docMk/>
            <pc:sldMk cId="668018778" sldId="300"/>
            <ac:spMk id="2" creationId="{C51B4EC4-61E5-9028-6C6B-47F81875AF37}"/>
          </ac:spMkLst>
        </pc:spChg>
        <pc:picChg chg="add mod ord">
          <ac:chgData name="Clardy, John S." userId="af1ec040-aca6-4914-a8fe-50c76c9c8aa0" providerId="ADAL" clId="{144FF33A-29DC-44CC-A17F-E91E93DD3C49}" dt="2026-04-21T06:37:08.016" v="1169" actId="1076"/>
          <ac:picMkLst>
            <pc:docMk/>
            <pc:sldMk cId="668018778" sldId="300"/>
            <ac:picMk id="5" creationId="{4FC46562-8612-C428-F8D8-417F3E6A6469}"/>
          </ac:picMkLst>
        </pc:picChg>
        <pc:picChg chg="add mod">
          <ac:chgData name="Clardy, John S." userId="af1ec040-aca6-4914-a8fe-50c76c9c8aa0" providerId="ADAL" clId="{144FF33A-29DC-44CC-A17F-E91E93DD3C49}" dt="2026-04-21T06:02:18.502" v="806" actId="1076"/>
          <ac:picMkLst>
            <pc:docMk/>
            <pc:sldMk cId="668018778" sldId="300"/>
            <ac:picMk id="6" creationId="{707493EC-7091-7CE6-7F25-94E4601ADFFF}"/>
          </ac:picMkLst>
        </pc:picChg>
      </pc:sldChg>
      <pc:sldChg chg="addSp delSp modSp mod">
        <pc:chgData name="Clardy, John S." userId="af1ec040-aca6-4914-a8fe-50c76c9c8aa0" providerId="ADAL" clId="{144FF33A-29DC-44CC-A17F-E91E93DD3C49}" dt="2026-04-21T06:18:13.273" v="971" actId="1076"/>
        <pc:sldMkLst>
          <pc:docMk/>
          <pc:sldMk cId="1611605798" sldId="302"/>
        </pc:sldMkLst>
        <pc:spChg chg="mod">
          <ac:chgData name="Clardy, John S." userId="af1ec040-aca6-4914-a8fe-50c76c9c8aa0" providerId="ADAL" clId="{144FF33A-29DC-44CC-A17F-E91E93DD3C49}" dt="2026-04-21T06:07:22.039" v="833" actId="20577"/>
          <ac:spMkLst>
            <pc:docMk/>
            <pc:sldMk cId="1611605798" sldId="302"/>
            <ac:spMk id="2" creationId="{CD2E29DE-2362-0043-A354-8F60787F0C7A}"/>
          </ac:spMkLst>
        </pc:spChg>
        <pc:graphicFrameChg chg="add mod modGraphic">
          <ac:chgData name="Clardy, John S." userId="af1ec040-aca6-4914-a8fe-50c76c9c8aa0" providerId="ADAL" clId="{144FF33A-29DC-44CC-A17F-E91E93DD3C49}" dt="2026-04-21T06:18:13.273" v="971" actId="1076"/>
          <ac:graphicFrameMkLst>
            <pc:docMk/>
            <pc:sldMk cId="1611605798" sldId="302"/>
            <ac:graphicFrameMk id="6" creationId="{6B0D46CC-18ED-E13E-47BF-E754D3433AB7}"/>
          </ac:graphicFrameMkLst>
        </pc:graphicFrameChg>
      </pc:sldChg>
      <pc:sldChg chg="addSp delSp modSp mod">
        <pc:chgData name="Clardy, John S." userId="af1ec040-aca6-4914-a8fe-50c76c9c8aa0" providerId="ADAL" clId="{144FF33A-29DC-44CC-A17F-E91E93DD3C49}" dt="2026-04-21T06:23:00.298" v="998" actId="255"/>
        <pc:sldMkLst>
          <pc:docMk/>
          <pc:sldMk cId="2870207600" sldId="304"/>
        </pc:sldMkLst>
        <pc:graphicFrameChg chg="add mod modGraphic">
          <ac:chgData name="Clardy, John S." userId="af1ec040-aca6-4914-a8fe-50c76c9c8aa0" providerId="ADAL" clId="{144FF33A-29DC-44CC-A17F-E91E93DD3C49}" dt="2026-04-21T06:23:00.298" v="998" actId="255"/>
          <ac:graphicFrameMkLst>
            <pc:docMk/>
            <pc:sldMk cId="2870207600" sldId="304"/>
            <ac:graphicFrameMk id="5" creationId="{BC4F02AC-C616-2E16-8AFE-F49E04AD8673}"/>
          </ac:graphicFrameMkLst>
        </pc:graphicFrameChg>
      </pc:sldChg>
      <pc:sldChg chg="addSp delSp modSp mod">
        <pc:chgData name="Clardy, John S." userId="af1ec040-aca6-4914-a8fe-50c76c9c8aa0" providerId="ADAL" clId="{144FF33A-29DC-44CC-A17F-E91E93DD3C49}" dt="2026-04-21T09:07:24.885" v="1793" actId="20577"/>
        <pc:sldMkLst>
          <pc:docMk/>
          <pc:sldMk cId="1218728556" sldId="305"/>
        </pc:sldMkLst>
        <pc:graphicFrameChg chg="mod modGraphic">
          <ac:chgData name="Clardy, John S." userId="af1ec040-aca6-4914-a8fe-50c76c9c8aa0" providerId="ADAL" clId="{144FF33A-29DC-44CC-A17F-E91E93DD3C49}" dt="2026-04-21T09:07:24.885" v="1793" actId="20577"/>
          <ac:graphicFrameMkLst>
            <pc:docMk/>
            <pc:sldMk cId="1218728556" sldId="305"/>
            <ac:graphicFrameMk id="4" creationId="{06B1D8C3-5EA3-479F-F19B-C37EE6FB5C47}"/>
          </ac:graphicFrameMkLst>
        </pc:graphicFrameChg>
      </pc:sldChg>
      <pc:sldChg chg="addSp delSp modSp mod">
        <pc:chgData name="Clardy, John S." userId="af1ec040-aca6-4914-a8fe-50c76c9c8aa0" providerId="ADAL" clId="{144FF33A-29DC-44CC-A17F-E91E93DD3C49}" dt="2026-04-21T04:59:18.319" v="351" actId="1076"/>
        <pc:sldMkLst>
          <pc:docMk/>
          <pc:sldMk cId="2452939451" sldId="307"/>
        </pc:sldMkLst>
        <pc:picChg chg="add mod">
          <ac:chgData name="Clardy, John S." userId="af1ec040-aca6-4914-a8fe-50c76c9c8aa0" providerId="ADAL" clId="{144FF33A-29DC-44CC-A17F-E91E93DD3C49}" dt="2026-04-21T04:59:18.319" v="351" actId="1076"/>
          <ac:picMkLst>
            <pc:docMk/>
            <pc:sldMk cId="2452939451" sldId="307"/>
            <ac:picMk id="4" creationId="{517B9C51-A0F5-C6B9-9D15-C63D4EE153A5}"/>
          </ac:picMkLst>
        </pc:picChg>
      </pc:sldChg>
      <pc:sldChg chg="addSp delSp modSp mod">
        <pc:chgData name="Clardy, John S." userId="af1ec040-aca6-4914-a8fe-50c76c9c8aa0" providerId="ADAL" clId="{144FF33A-29DC-44CC-A17F-E91E93DD3C49}" dt="2026-04-21T05:21:18.988" v="456" actId="478"/>
        <pc:sldMkLst>
          <pc:docMk/>
          <pc:sldMk cId="1915108648" sldId="308"/>
        </pc:sldMkLst>
        <pc:graphicFrameChg chg="add mod modGraphic">
          <ac:chgData name="Clardy, John S." userId="af1ec040-aca6-4914-a8fe-50c76c9c8aa0" providerId="ADAL" clId="{144FF33A-29DC-44CC-A17F-E91E93DD3C49}" dt="2026-04-21T05:20:45.048" v="455" actId="20577"/>
          <ac:graphicFrameMkLst>
            <pc:docMk/>
            <pc:sldMk cId="1915108648" sldId="308"/>
            <ac:graphicFrameMk id="4" creationId="{25468D0B-9BB7-9C6F-EE1B-D7A333305C81}"/>
          </ac:graphicFrameMkLst>
        </pc:graphicFrameChg>
      </pc:sldChg>
      <pc:sldChg chg="addSp modSp mod">
        <pc:chgData name="Clardy, John S." userId="af1ec040-aca6-4914-a8fe-50c76c9c8aa0" providerId="ADAL" clId="{144FF33A-29DC-44CC-A17F-E91E93DD3C49}" dt="2026-04-21T05:22:06.796" v="460" actId="1076"/>
        <pc:sldMkLst>
          <pc:docMk/>
          <pc:sldMk cId="2450271805" sldId="309"/>
        </pc:sldMkLst>
        <pc:picChg chg="add mod">
          <ac:chgData name="Clardy, John S." userId="af1ec040-aca6-4914-a8fe-50c76c9c8aa0" providerId="ADAL" clId="{144FF33A-29DC-44CC-A17F-E91E93DD3C49}" dt="2026-04-21T05:22:06.796" v="460" actId="1076"/>
          <ac:picMkLst>
            <pc:docMk/>
            <pc:sldMk cId="2450271805" sldId="309"/>
            <ac:picMk id="5" creationId="{732D307E-66D0-B3D6-757B-814DA4984086}"/>
          </ac:picMkLst>
        </pc:picChg>
      </pc:sldChg>
      <pc:sldChg chg="modSp mod">
        <pc:chgData name="Clardy, John S." userId="af1ec040-aca6-4914-a8fe-50c76c9c8aa0" providerId="ADAL" clId="{144FF33A-29DC-44CC-A17F-E91E93DD3C49}" dt="2026-04-21T06:40:34.019" v="1223" actId="1036"/>
        <pc:sldMkLst>
          <pc:docMk/>
          <pc:sldMk cId="1509579957" sldId="311"/>
        </pc:sldMkLst>
        <pc:picChg chg="mod">
          <ac:chgData name="Clardy, John S." userId="af1ec040-aca6-4914-a8fe-50c76c9c8aa0" providerId="ADAL" clId="{144FF33A-29DC-44CC-A17F-E91E93DD3C49}" dt="2026-04-21T06:40:34.019" v="1223" actId="1036"/>
          <ac:picMkLst>
            <pc:docMk/>
            <pc:sldMk cId="1509579957" sldId="311"/>
            <ac:picMk id="6" creationId="{5BD75C3F-4C0F-1D8A-80E3-4114863A6F18}"/>
          </ac:picMkLst>
        </pc:picChg>
        <pc:picChg chg="mod">
          <ac:chgData name="Clardy, John S." userId="af1ec040-aca6-4914-a8fe-50c76c9c8aa0" providerId="ADAL" clId="{144FF33A-29DC-44CC-A17F-E91E93DD3C49}" dt="2026-04-21T06:40:34.019" v="1223" actId="1036"/>
          <ac:picMkLst>
            <pc:docMk/>
            <pc:sldMk cId="1509579957" sldId="311"/>
            <ac:picMk id="7" creationId="{612FA783-ED38-4FEC-FA5F-4AA8B27EB9F9}"/>
          </ac:picMkLst>
        </pc:picChg>
      </pc:sldChg>
      <pc:sldChg chg="modSp mod">
        <pc:chgData name="Clardy, John S." userId="af1ec040-aca6-4914-a8fe-50c76c9c8aa0" providerId="ADAL" clId="{144FF33A-29DC-44CC-A17F-E91E93DD3C49}" dt="2026-04-21T04:50:57.075" v="301" actId="20577"/>
        <pc:sldMkLst>
          <pc:docMk/>
          <pc:sldMk cId="1773449794" sldId="314"/>
        </pc:sldMkLst>
        <pc:graphicFrameChg chg="mod modGraphic">
          <ac:chgData name="Clardy, John S." userId="af1ec040-aca6-4914-a8fe-50c76c9c8aa0" providerId="ADAL" clId="{144FF33A-29DC-44CC-A17F-E91E93DD3C49}" dt="2026-04-21T04:50:57.075" v="301" actId="20577"/>
          <ac:graphicFrameMkLst>
            <pc:docMk/>
            <pc:sldMk cId="1773449794" sldId="314"/>
            <ac:graphicFrameMk id="4" creationId="{61CF913A-6A1A-D009-97E4-61478C0F5829}"/>
          </ac:graphicFrameMkLst>
        </pc:graphicFrameChg>
      </pc:sldChg>
      <pc:sldChg chg="addSp delSp modSp mod">
        <pc:chgData name="Clardy, John S." userId="af1ec040-aca6-4914-a8fe-50c76c9c8aa0" providerId="ADAL" clId="{144FF33A-29DC-44CC-A17F-E91E93DD3C49}" dt="2026-04-21T04:47:57.815" v="248" actId="1076"/>
        <pc:sldMkLst>
          <pc:docMk/>
          <pc:sldMk cId="3101792719" sldId="315"/>
        </pc:sldMkLst>
        <pc:graphicFrameChg chg="add mod modGraphic">
          <ac:chgData name="Clardy, John S." userId="af1ec040-aca6-4914-a8fe-50c76c9c8aa0" providerId="ADAL" clId="{144FF33A-29DC-44CC-A17F-E91E93DD3C49}" dt="2026-04-21T04:47:57.815" v="248" actId="1076"/>
          <ac:graphicFrameMkLst>
            <pc:docMk/>
            <pc:sldMk cId="3101792719" sldId="315"/>
            <ac:graphicFrameMk id="5" creationId="{8B19FB74-D7AA-042F-9C09-9741B8D8180C}"/>
          </ac:graphicFrameMkLst>
        </pc:graphicFrameChg>
      </pc:sldChg>
      <pc:sldChg chg="addSp delSp modSp mod">
        <pc:chgData name="Clardy, John S." userId="af1ec040-aca6-4914-a8fe-50c76c9c8aa0" providerId="ADAL" clId="{144FF33A-29DC-44CC-A17F-E91E93DD3C49}" dt="2026-04-21T04:49:42.200" v="267" actId="1076"/>
        <pc:sldMkLst>
          <pc:docMk/>
          <pc:sldMk cId="4289362060" sldId="316"/>
        </pc:sldMkLst>
        <pc:graphicFrameChg chg="add mod modGraphic">
          <ac:chgData name="Clardy, John S." userId="af1ec040-aca6-4914-a8fe-50c76c9c8aa0" providerId="ADAL" clId="{144FF33A-29DC-44CC-A17F-E91E93DD3C49}" dt="2026-04-21T04:49:42.200" v="267" actId="1076"/>
          <ac:graphicFrameMkLst>
            <pc:docMk/>
            <pc:sldMk cId="4289362060" sldId="316"/>
            <ac:graphicFrameMk id="4" creationId="{76777F88-2A5D-5C72-C591-33FE619B2D6B}"/>
          </ac:graphicFrameMkLst>
        </pc:graphicFrameChg>
      </pc:sldChg>
      <pc:sldChg chg="addSp delSp modSp mod">
        <pc:chgData name="Clardy, John S." userId="af1ec040-aca6-4914-a8fe-50c76c9c8aa0" providerId="ADAL" clId="{144FF33A-29DC-44CC-A17F-E91E93DD3C49}" dt="2026-04-21T04:49:29.730" v="266" actId="1076"/>
        <pc:sldMkLst>
          <pc:docMk/>
          <pc:sldMk cId="1091846312" sldId="317"/>
        </pc:sldMkLst>
        <pc:graphicFrameChg chg="add mod modGraphic">
          <ac:chgData name="Clardy, John S." userId="af1ec040-aca6-4914-a8fe-50c76c9c8aa0" providerId="ADAL" clId="{144FF33A-29DC-44CC-A17F-E91E93DD3C49}" dt="2026-04-21T04:49:29.730" v="266" actId="1076"/>
          <ac:graphicFrameMkLst>
            <pc:docMk/>
            <pc:sldMk cId="1091846312" sldId="317"/>
            <ac:graphicFrameMk id="4" creationId="{2E43439D-7190-21D7-D586-68AFED7A2D3C}"/>
          </ac:graphicFrameMkLst>
        </pc:graphicFrameChg>
      </pc:sldChg>
      <pc:sldChg chg="addSp delSp modSp mod">
        <pc:chgData name="Clardy, John S." userId="af1ec040-aca6-4914-a8fe-50c76c9c8aa0" providerId="ADAL" clId="{144FF33A-29DC-44CC-A17F-E91E93DD3C49}" dt="2026-04-21T04:50:08.952" v="275" actId="1076"/>
        <pc:sldMkLst>
          <pc:docMk/>
          <pc:sldMk cId="2312912913" sldId="318"/>
        </pc:sldMkLst>
        <pc:graphicFrameChg chg="add mod modGraphic">
          <ac:chgData name="Clardy, John S." userId="af1ec040-aca6-4914-a8fe-50c76c9c8aa0" providerId="ADAL" clId="{144FF33A-29DC-44CC-A17F-E91E93DD3C49}" dt="2026-04-21T04:50:08.952" v="275" actId="1076"/>
          <ac:graphicFrameMkLst>
            <pc:docMk/>
            <pc:sldMk cId="2312912913" sldId="318"/>
            <ac:graphicFrameMk id="4" creationId="{E960B27C-02B8-01B0-5F30-A97F0775A249}"/>
          </ac:graphicFrameMkLst>
        </pc:graphicFrameChg>
      </pc:sldChg>
      <pc:sldChg chg="modSp new mod">
        <pc:chgData name="Clardy, John S." userId="af1ec040-aca6-4914-a8fe-50c76c9c8aa0" providerId="ADAL" clId="{144FF33A-29DC-44CC-A17F-E91E93DD3C49}" dt="2026-04-21T09:06:36.039" v="1787" actId="20577"/>
        <pc:sldMkLst>
          <pc:docMk/>
          <pc:sldMk cId="3287219245" sldId="319"/>
        </pc:sldMkLst>
        <pc:spChg chg="mod">
          <ac:chgData name="Clardy, John S." userId="af1ec040-aca6-4914-a8fe-50c76c9c8aa0" providerId="ADAL" clId="{144FF33A-29DC-44CC-A17F-E91E93DD3C49}" dt="2026-04-21T04:38:12.721" v="4" actId="27636"/>
          <ac:spMkLst>
            <pc:docMk/>
            <pc:sldMk cId="3287219245" sldId="319"/>
            <ac:spMk id="2" creationId="{CFF147AA-7C39-CF68-20BC-A9C084640792}"/>
          </ac:spMkLst>
        </pc:spChg>
        <pc:spChg chg="mod">
          <ac:chgData name="Clardy, John S." userId="af1ec040-aca6-4914-a8fe-50c76c9c8aa0" providerId="ADAL" clId="{144FF33A-29DC-44CC-A17F-E91E93DD3C49}" dt="2026-04-21T07:05:27.080" v="1309" actId="20577"/>
          <ac:spMkLst>
            <pc:docMk/>
            <pc:sldMk cId="3287219245" sldId="319"/>
            <ac:spMk id="8" creationId="{31DCA2AF-ED30-7762-DA65-38964CEE0735}"/>
          </ac:spMkLst>
        </pc:spChg>
        <pc:graphicFrameChg chg="mod modGraphic">
          <ac:chgData name="Clardy, John S." userId="af1ec040-aca6-4914-a8fe-50c76c9c8aa0" providerId="ADAL" clId="{144FF33A-29DC-44CC-A17F-E91E93DD3C49}" dt="2026-04-21T09:06:36.039" v="1787" actId="20577"/>
          <ac:graphicFrameMkLst>
            <pc:docMk/>
            <pc:sldMk cId="3287219245" sldId="319"/>
            <ac:graphicFrameMk id="11" creationId="{9316B274-D959-A636-D447-387FDE5A9A8B}"/>
          </ac:graphicFrameMkLst>
        </pc:graphicFrameChg>
      </pc:sldChg>
      <pc:sldChg chg="addSp modSp new mod">
        <pc:chgData name="Clardy, John S." userId="af1ec040-aca6-4914-a8fe-50c76c9c8aa0" providerId="ADAL" clId="{144FF33A-29DC-44CC-A17F-E91E93DD3C49}" dt="2026-04-21T04:39:06.651" v="31" actId="1076"/>
        <pc:sldMkLst>
          <pc:docMk/>
          <pc:sldMk cId="3503846874" sldId="320"/>
        </pc:sldMkLst>
        <pc:spChg chg="mod">
          <ac:chgData name="Clardy, John S." userId="af1ec040-aca6-4914-a8fe-50c76c9c8aa0" providerId="ADAL" clId="{144FF33A-29DC-44CC-A17F-E91E93DD3C49}" dt="2026-04-21T04:38:13.876" v="6" actId="27636"/>
          <ac:spMkLst>
            <pc:docMk/>
            <pc:sldMk cId="3503846874" sldId="320"/>
            <ac:spMk id="2" creationId="{DA966FC8-56BE-B5ED-DB58-5FE12BB6D4F2}"/>
          </ac:spMkLst>
        </pc:spChg>
        <pc:spChg chg="mod">
          <ac:chgData name="Clardy, John S." userId="af1ec040-aca6-4914-a8fe-50c76c9c8aa0" providerId="ADAL" clId="{144FF33A-29DC-44CC-A17F-E91E93DD3C49}" dt="2026-04-21T04:38:42.071" v="24" actId="20577"/>
          <ac:spMkLst>
            <pc:docMk/>
            <pc:sldMk cId="3503846874" sldId="320"/>
            <ac:spMk id="3" creationId="{34DB9E3A-74A7-C326-2DD0-52613419E7F7}"/>
          </ac:spMkLst>
        </pc:spChg>
        <pc:graphicFrameChg chg="add mod">
          <ac:chgData name="Clardy, John S." userId="af1ec040-aca6-4914-a8fe-50c76c9c8aa0" providerId="ADAL" clId="{144FF33A-29DC-44CC-A17F-E91E93DD3C49}" dt="2026-04-21T04:39:06.651" v="31" actId="1076"/>
          <ac:graphicFrameMkLst>
            <pc:docMk/>
            <pc:sldMk cId="3503846874" sldId="320"/>
            <ac:graphicFrameMk id="4" creationId="{70F416BB-4E2B-60C4-FEBE-8EC8C106398D}"/>
          </ac:graphicFrameMkLst>
        </pc:graphicFrameChg>
      </pc:sldChg>
      <pc:sldChg chg="addSp delSp modSp new mod">
        <pc:chgData name="Clardy, John S." userId="af1ec040-aca6-4914-a8fe-50c76c9c8aa0" providerId="ADAL" clId="{144FF33A-29DC-44CC-A17F-E91E93DD3C49}" dt="2026-04-21T04:43:56.258" v="148" actId="478"/>
        <pc:sldMkLst>
          <pc:docMk/>
          <pc:sldMk cId="1559635121" sldId="321"/>
        </pc:sldMkLst>
        <pc:spChg chg="mod">
          <ac:chgData name="Clardy, John S." userId="af1ec040-aca6-4914-a8fe-50c76c9c8aa0" providerId="ADAL" clId="{144FF33A-29DC-44CC-A17F-E91E93DD3C49}" dt="2026-04-21T04:38:15.855" v="8" actId="27636"/>
          <ac:spMkLst>
            <pc:docMk/>
            <pc:sldMk cId="1559635121" sldId="321"/>
            <ac:spMk id="2" creationId="{66BFE3B1-A52D-1DF6-7119-EC880486EBA2}"/>
          </ac:spMkLst>
        </pc:spChg>
        <pc:picChg chg="add mod ord">
          <ac:chgData name="Clardy, John S." userId="af1ec040-aca6-4914-a8fe-50c76c9c8aa0" providerId="ADAL" clId="{144FF33A-29DC-44CC-A17F-E91E93DD3C49}" dt="2026-04-21T04:43:41.018" v="147" actId="1076"/>
          <ac:picMkLst>
            <pc:docMk/>
            <pc:sldMk cId="1559635121" sldId="321"/>
            <ac:picMk id="5" creationId="{263AFAEF-66D5-AF95-4943-207AA780A85A}"/>
          </ac:picMkLst>
        </pc:picChg>
        <pc:picChg chg="add mod">
          <ac:chgData name="Clardy, John S." userId="af1ec040-aca6-4914-a8fe-50c76c9c8aa0" providerId="ADAL" clId="{144FF33A-29DC-44CC-A17F-E91E93DD3C49}" dt="2026-04-21T04:43:41.018" v="147" actId="1076"/>
          <ac:picMkLst>
            <pc:docMk/>
            <pc:sldMk cId="1559635121" sldId="321"/>
            <ac:picMk id="13" creationId="{EB1180DB-6C2D-5CD7-6134-2D1AF8C433EC}"/>
          </ac:picMkLst>
        </pc:picChg>
        <pc:picChg chg="add mod">
          <ac:chgData name="Clardy, John S." userId="af1ec040-aca6-4914-a8fe-50c76c9c8aa0" providerId="ADAL" clId="{144FF33A-29DC-44CC-A17F-E91E93DD3C49}" dt="2026-04-21T04:43:41.018" v="147" actId="1076"/>
          <ac:picMkLst>
            <pc:docMk/>
            <pc:sldMk cId="1559635121" sldId="321"/>
            <ac:picMk id="17" creationId="{B0B8D91F-8185-33DE-69C6-C9902F758463}"/>
          </ac:picMkLst>
        </pc:picChg>
        <pc:picChg chg="add mod">
          <ac:chgData name="Clardy, John S." userId="af1ec040-aca6-4914-a8fe-50c76c9c8aa0" providerId="ADAL" clId="{144FF33A-29DC-44CC-A17F-E91E93DD3C49}" dt="2026-04-21T04:43:41.018" v="147" actId="1076"/>
          <ac:picMkLst>
            <pc:docMk/>
            <pc:sldMk cId="1559635121" sldId="321"/>
            <ac:picMk id="19" creationId="{097E46CE-07F2-0830-9550-0B0F1F3CD04E}"/>
          </ac:picMkLst>
        </pc:picChg>
      </pc:sldChg>
      <pc:sldChg chg="addSp delSp modSp new mod">
        <pc:chgData name="Clardy, John S." userId="af1ec040-aca6-4914-a8fe-50c76c9c8aa0" providerId="ADAL" clId="{144FF33A-29DC-44CC-A17F-E91E93DD3C49}" dt="2026-04-21T06:25:40.119" v="1020" actId="1076"/>
        <pc:sldMkLst>
          <pc:docMk/>
          <pc:sldMk cId="1916125571" sldId="327"/>
        </pc:sldMkLst>
        <pc:spChg chg="mod">
          <ac:chgData name="Clardy, John S." userId="af1ec040-aca6-4914-a8fe-50c76c9c8aa0" providerId="ADAL" clId="{144FF33A-29DC-44CC-A17F-E91E93DD3C49}" dt="2026-04-21T06:10:13.088" v="886" actId="20577"/>
          <ac:spMkLst>
            <pc:docMk/>
            <pc:sldMk cId="1916125571" sldId="327"/>
            <ac:spMk id="2" creationId="{16F8F609-DA1A-2E5E-2D2E-A03A61897553}"/>
          </ac:spMkLst>
        </pc:spChg>
        <pc:graphicFrameChg chg="add mod modGraphic">
          <ac:chgData name="Clardy, John S." userId="af1ec040-aca6-4914-a8fe-50c76c9c8aa0" providerId="ADAL" clId="{144FF33A-29DC-44CC-A17F-E91E93DD3C49}" dt="2026-04-21T06:25:40.119" v="1020" actId="1076"/>
          <ac:graphicFrameMkLst>
            <pc:docMk/>
            <pc:sldMk cId="1916125571" sldId="327"/>
            <ac:graphicFrameMk id="5" creationId="{3D8FDEBD-4BAE-7AD7-7D44-A1F11269FA71}"/>
          </ac:graphicFrameMkLst>
        </pc:graphicFrameChg>
      </pc:sldChg>
      <pc:sldChg chg="addSp delSp modSp new mod">
        <pc:chgData name="Clardy, John S." userId="af1ec040-aca6-4914-a8fe-50c76c9c8aa0" providerId="ADAL" clId="{144FF33A-29DC-44CC-A17F-E91E93DD3C49}" dt="2026-04-21T07:55:01.285" v="1496" actId="12385"/>
        <pc:sldMkLst>
          <pc:docMk/>
          <pc:sldMk cId="641559002" sldId="329"/>
        </pc:sldMkLst>
        <pc:spChg chg="mod">
          <ac:chgData name="Clardy, John S." userId="af1ec040-aca6-4914-a8fe-50c76c9c8aa0" providerId="ADAL" clId="{144FF33A-29DC-44CC-A17F-E91E93DD3C49}" dt="2026-04-21T07:50:23.486" v="1330" actId="20577"/>
          <ac:spMkLst>
            <pc:docMk/>
            <pc:sldMk cId="641559002" sldId="329"/>
            <ac:spMk id="2" creationId="{4D9291E2-65B6-3D83-799A-3A40060EB380}"/>
          </ac:spMkLst>
        </pc:spChg>
        <pc:graphicFrameChg chg="add mod ord modGraphic">
          <ac:chgData name="Clardy, John S." userId="af1ec040-aca6-4914-a8fe-50c76c9c8aa0" providerId="ADAL" clId="{144FF33A-29DC-44CC-A17F-E91E93DD3C49}" dt="2026-04-21T07:55:01.285" v="1496" actId="12385"/>
          <ac:graphicFrameMkLst>
            <pc:docMk/>
            <pc:sldMk cId="641559002" sldId="329"/>
            <ac:graphicFrameMk id="4" creationId="{3CBDFB4A-64D3-0AAC-9752-E86FA6445013}"/>
          </ac:graphicFrameMkLst>
        </pc:graphicFrameChg>
      </pc:sldChg>
      <pc:sldChg chg="addSp delSp modSp new mod">
        <pc:chgData name="Clardy, John S." userId="af1ec040-aca6-4914-a8fe-50c76c9c8aa0" providerId="ADAL" clId="{144FF33A-29DC-44CC-A17F-E91E93DD3C49}" dt="2026-04-21T09:04:18.340" v="1777" actId="20577"/>
        <pc:sldMkLst>
          <pc:docMk/>
          <pc:sldMk cId="2453726814" sldId="330"/>
        </pc:sldMkLst>
        <pc:spChg chg="mod">
          <ac:chgData name="Clardy, John S." userId="af1ec040-aca6-4914-a8fe-50c76c9c8aa0" providerId="ADAL" clId="{144FF33A-29DC-44CC-A17F-E91E93DD3C49}" dt="2026-04-21T08:30:40.348" v="1588" actId="20577"/>
          <ac:spMkLst>
            <pc:docMk/>
            <pc:sldMk cId="2453726814" sldId="330"/>
            <ac:spMk id="2" creationId="{11E88E07-007C-26C7-A835-93B50CB2CE52}"/>
          </ac:spMkLst>
        </pc:spChg>
        <pc:graphicFrameChg chg="add mod modGraphic">
          <ac:chgData name="Clardy, John S." userId="af1ec040-aca6-4914-a8fe-50c76c9c8aa0" providerId="ADAL" clId="{144FF33A-29DC-44CC-A17F-E91E93DD3C49}" dt="2026-04-21T09:04:18.340" v="1777" actId="20577"/>
          <ac:graphicFrameMkLst>
            <pc:docMk/>
            <pc:sldMk cId="2453726814" sldId="330"/>
            <ac:graphicFrameMk id="5" creationId="{423A5AF5-7E6D-F4F8-0B1C-AD708AA9C7AC}"/>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myerauedu-my.sharepoint.com/personal/martinl7_my_erau_edu/Documents/AE%20435%20Project/DesignTools-7.xlsm"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Aircraft Weight vs</a:t>
            </a:r>
            <a:r>
              <a:rPr lang="en-US" baseline="0"/>
              <a:t> Mission Time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'MISSION (2)'!$C$58:$C$74</c:f>
              <c:numCache>
                <c:formatCode>General</c:formatCode>
                <c:ptCount val="17"/>
                <c:pt idx="0">
                  <c:v>0.02</c:v>
                </c:pt>
                <c:pt idx="1">
                  <c:v>0.05</c:v>
                </c:pt>
                <c:pt idx="2">
                  <c:v>0.08</c:v>
                </c:pt>
                <c:pt idx="3">
                  <c:v>0.11</c:v>
                </c:pt>
                <c:pt idx="4">
                  <c:v>0.14000000000000001</c:v>
                </c:pt>
                <c:pt idx="5">
                  <c:v>0.17</c:v>
                </c:pt>
                <c:pt idx="6">
                  <c:v>1.67</c:v>
                </c:pt>
                <c:pt idx="7">
                  <c:v>1.77</c:v>
                </c:pt>
                <c:pt idx="8">
                  <c:v>1.87</c:v>
                </c:pt>
                <c:pt idx="9">
                  <c:v>1.9700000000000002</c:v>
                </c:pt>
                <c:pt idx="10">
                  <c:v>2.14</c:v>
                </c:pt>
                <c:pt idx="11">
                  <c:v>2.89</c:v>
                </c:pt>
                <c:pt idx="12">
                  <c:v>2.99</c:v>
                </c:pt>
                <c:pt idx="13">
                  <c:v>3.0900000000000003</c:v>
                </c:pt>
                <c:pt idx="14">
                  <c:v>3.14</c:v>
                </c:pt>
                <c:pt idx="15">
                  <c:v>3.1550000000000002</c:v>
                </c:pt>
                <c:pt idx="16">
                  <c:v>3.165</c:v>
                </c:pt>
              </c:numCache>
            </c:numRef>
          </c:xVal>
          <c:yVal>
            <c:numRef>
              <c:f>'MISSION (2)'!$D$58:$D$74</c:f>
              <c:numCache>
                <c:formatCode>General</c:formatCode>
                <c:ptCount val="17"/>
                <c:pt idx="0">
                  <c:v>13533.112334955325</c:v>
                </c:pt>
                <c:pt idx="1">
                  <c:v>13450.419832127462</c:v>
                </c:pt>
                <c:pt idx="2">
                  <c:v>13382.017711797669</c:v>
                </c:pt>
                <c:pt idx="3">
                  <c:v>13323.456102377477</c:v>
                </c:pt>
                <c:pt idx="4">
                  <c:v>13273.653938820587</c:v>
                </c:pt>
                <c:pt idx="5">
                  <c:v>13236.306704264891</c:v>
                </c:pt>
                <c:pt idx="6">
                  <c:v>11854.748491653731</c:v>
                </c:pt>
                <c:pt idx="7">
                  <c:v>11810.475743157178</c:v>
                </c:pt>
                <c:pt idx="8">
                  <c:v>11762.992798667179</c:v>
                </c:pt>
                <c:pt idx="9">
                  <c:v>11706.660024075696</c:v>
                </c:pt>
                <c:pt idx="10">
                  <c:v>11300.033414011756</c:v>
                </c:pt>
                <c:pt idx="11">
                  <c:v>10609.254300913432</c:v>
                </c:pt>
                <c:pt idx="12">
                  <c:v>10530.941731592253</c:v>
                </c:pt>
                <c:pt idx="13">
                  <c:v>10410.796570837543</c:v>
                </c:pt>
                <c:pt idx="14">
                  <c:v>10344.786596463344</c:v>
                </c:pt>
                <c:pt idx="15">
                  <c:v>10327.839667281676</c:v>
                </c:pt>
                <c:pt idx="16">
                  <c:v>10327.839667281676</c:v>
                </c:pt>
              </c:numCache>
            </c:numRef>
          </c:yVal>
          <c:smooth val="0"/>
          <c:extLst>
            <c:ext xmlns:c16="http://schemas.microsoft.com/office/drawing/2014/chart" uri="{C3380CC4-5D6E-409C-BE32-E72D297353CC}">
              <c16:uniqueId val="{00000000-CDCD-4A92-8592-5C67304A1C5D}"/>
            </c:ext>
          </c:extLst>
        </c:ser>
        <c:ser>
          <c:idx val="1"/>
          <c:order val="1"/>
          <c:tx>
            <c:v>tsfc</c:v>
          </c:tx>
          <c:spPr>
            <a:ln w="19050" cap="rnd">
              <a:solidFill>
                <a:schemeClr val="accent2"/>
              </a:solidFill>
              <a:round/>
            </a:ln>
            <a:effectLst/>
          </c:spPr>
          <c:marker>
            <c:symbol val="none"/>
          </c:marker>
          <c:xVal>
            <c:numRef>
              <c:f>'MISSION (2)'!$C$58:$C$74</c:f>
              <c:numCache>
                <c:formatCode>General</c:formatCode>
                <c:ptCount val="17"/>
                <c:pt idx="0">
                  <c:v>0.02</c:v>
                </c:pt>
                <c:pt idx="1">
                  <c:v>0.05</c:v>
                </c:pt>
                <c:pt idx="2">
                  <c:v>0.08</c:v>
                </c:pt>
                <c:pt idx="3">
                  <c:v>0.11</c:v>
                </c:pt>
                <c:pt idx="4">
                  <c:v>0.14000000000000001</c:v>
                </c:pt>
                <c:pt idx="5">
                  <c:v>0.17</c:v>
                </c:pt>
                <c:pt idx="6">
                  <c:v>1.67</c:v>
                </c:pt>
                <c:pt idx="7">
                  <c:v>1.77</c:v>
                </c:pt>
                <c:pt idx="8">
                  <c:v>1.87</c:v>
                </c:pt>
                <c:pt idx="9">
                  <c:v>1.9700000000000002</c:v>
                </c:pt>
                <c:pt idx="10">
                  <c:v>2.14</c:v>
                </c:pt>
                <c:pt idx="11">
                  <c:v>2.89</c:v>
                </c:pt>
                <c:pt idx="12">
                  <c:v>2.99</c:v>
                </c:pt>
                <c:pt idx="13">
                  <c:v>3.0900000000000003</c:v>
                </c:pt>
                <c:pt idx="14">
                  <c:v>3.14</c:v>
                </c:pt>
                <c:pt idx="15">
                  <c:v>3.1550000000000002</c:v>
                </c:pt>
                <c:pt idx="16">
                  <c:v>3.165</c:v>
                </c:pt>
              </c:numCache>
            </c:numRef>
          </c:xVal>
          <c:yVal>
            <c:numRef>
              <c:f>'MISSION (2)'!$F$58:$F$74</c:f>
              <c:numCache>
                <c:formatCode>General</c:formatCode>
                <c:ptCount val="17"/>
                <c:pt idx="0">
                  <c:v>0.64674752599383101</c:v>
                </c:pt>
                <c:pt idx="1">
                  <c:v>0.77819832341544026</c:v>
                </c:pt>
                <c:pt idx="2">
                  <c:v>0.75747136333427068</c:v>
                </c:pt>
                <c:pt idx="3">
                  <c:v>0.77035378154857614</c:v>
                </c:pt>
                <c:pt idx="4">
                  <c:v>0.81278209124973377</c:v>
                </c:pt>
                <c:pt idx="5">
                  <c:v>0.840276822149436</c:v>
                </c:pt>
                <c:pt idx="6">
                  <c:v>0.75325959985669699</c:v>
                </c:pt>
                <c:pt idx="7">
                  <c:v>0.67162976299999999</c:v>
                </c:pt>
                <c:pt idx="8">
                  <c:v>0.65534051199999999</c:v>
                </c:pt>
                <c:pt idx="9">
                  <c:v>0.66346042500000002</c:v>
                </c:pt>
                <c:pt idx="10">
                  <c:v>0.74192702600000004</c:v>
                </c:pt>
                <c:pt idx="11">
                  <c:v>0.75325959985669699</c:v>
                </c:pt>
                <c:pt idx="12">
                  <c:v>0.68766129499999995</c:v>
                </c:pt>
                <c:pt idx="13">
                  <c:v>0.71311192700000003</c:v>
                </c:pt>
                <c:pt idx="14">
                  <c:v>0.71311192700000003</c:v>
                </c:pt>
                <c:pt idx="15">
                  <c:v>0.66595288500000005</c:v>
                </c:pt>
                <c:pt idx="16">
                  <c:v>0.82072195400000003</c:v>
                </c:pt>
              </c:numCache>
            </c:numRef>
          </c:yVal>
          <c:smooth val="0"/>
          <c:extLst>
            <c:ext xmlns:c16="http://schemas.microsoft.com/office/drawing/2014/chart" uri="{C3380CC4-5D6E-409C-BE32-E72D297353CC}">
              <c16:uniqueId val="{00000001-CDCD-4A92-8592-5C67304A1C5D}"/>
            </c:ext>
          </c:extLst>
        </c:ser>
        <c:dLbls>
          <c:showLegendKey val="0"/>
          <c:showVal val="0"/>
          <c:showCatName val="0"/>
          <c:showSerName val="0"/>
          <c:showPercent val="0"/>
          <c:showBubbleSize val="0"/>
        </c:dLbls>
        <c:axId val="1718303327"/>
        <c:axId val="1718304287"/>
      </c:scatterChart>
      <c:valAx>
        <c:axId val="171830332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(hr)</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8304287"/>
        <c:crosses val="autoZero"/>
        <c:crossBetween val="midCat"/>
      </c:valAx>
      <c:valAx>
        <c:axId val="1718304287"/>
        <c:scaling>
          <c:orientation val="minMax"/>
          <c:min val="10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Weight</a:t>
                </a:r>
                <a:r>
                  <a:rPr lang="en-US" baseline="0"/>
                  <a:t> (lb)</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1830332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0B6A3-0FDC-4A75-8A94-50110F1EA281}"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5DED32-0D3E-427D-B954-C6117301AD0E}" type="slidenum">
              <a:rPr lang="en-US" smtClean="0"/>
              <a:t>‹#›</a:t>
            </a:fld>
            <a:endParaRPr lang="en-US"/>
          </a:p>
        </p:txBody>
      </p:sp>
    </p:spTree>
    <p:extLst>
      <p:ext uri="{BB962C8B-B14F-4D97-AF65-F5344CB8AC3E}">
        <p14:creationId xmlns:p14="http://schemas.microsoft.com/office/powerpoint/2010/main" val="3109532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During presentation, talk about how all of these influenced design decisions</a:t>
            </a:r>
          </a:p>
        </p:txBody>
      </p:sp>
      <p:sp>
        <p:nvSpPr>
          <p:cNvPr id="4" name="Slide Number Placeholder 3"/>
          <p:cNvSpPr>
            <a:spLocks noGrp="1"/>
          </p:cNvSpPr>
          <p:nvPr>
            <p:ph type="sldNum" sz="quarter" idx="5"/>
          </p:nvPr>
        </p:nvSpPr>
        <p:spPr/>
        <p:txBody>
          <a:bodyPr/>
          <a:lstStyle/>
          <a:p>
            <a:fld id="{445DED32-0D3E-427D-B954-C6117301AD0E}" type="slidenum">
              <a:rPr lang="en-US" smtClean="0"/>
              <a:t>2</a:t>
            </a:fld>
            <a:endParaRPr lang="en-US"/>
          </a:p>
        </p:txBody>
      </p:sp>
    </p:spTree>
    <p:extLst>
      <p:ext uri="{BB962C8B-B14F-4D97-AF65-F5344CB8AC3E}">
        <p14:creationId xmlns:p14="http://schemas.microsoft.com/office/powerpoint/2010/main" val="3461269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During presentation, talk about how all of these influenced design decisions</a:t>
            </a:r>
          </a:p>
        </p:txBody>
      </p:sp>
      <p:sp>
        <p:nvSpPr>
          <p:cNvPr id="4" name="Slide Number Placeholder 3"/>
          <p:cNvSpPr>
            <a:spLocks noGrp="1"/>
          </p:cNvSpPr>
          <p:nvPr>
            <p:ph type="sldNum" sz="quarter" idx="5"/>
          </p:nvPr>
        </p:nvSpPr>
        <p:spPr/>
        <p:txBody>
          <a:bodyPr/>
          <a:lstStyle/>
          <a:p>
            <a:fld id="{445DED32-0D3E-427D-B954-C6117301AD0E}" type="slidenum">
              <a:rPr lang="en-US" smtClean="0"/>
              <a:t>3</a:t>
            </a:fld>
            <a:endParaRPr lang="en-US"/>
          </a:p>
        </p:txBody>
      </p:sp>
    </p:spTree>
    <p:extLst>
      <p:ext uri="{BB962C8B-B14F-4D97-AF65-F5344CB8AC3E}">
        <p14:creationId xmlns:p14="http://schemas.microsoft.com/office/powerpoint/2010/main" val="673367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research, the loading seems to be really low for the usual jet trainer, and the length of the combustor seems to be particularly large compared to the usual engine. This would be something to work on in future designs to see if the engine can be made smaller</a:t>
            </a:r>
          </a:p>
        </p:txBody>
      </p:sp>
      <p:sp>
        <p:nvSpPr>
          <p:cNvPr id="4" name="Slide Number Placeholder 3"/>
          <p:cNvSpPr>
            <a:spLocks noGrp="1"/>
          </p:cNvSpPr>
          <p:nvPr>
            <p:ph type="sldNum" sz="quarter" idx="5"/>
          </p:nvPr>
        </p:nvSpPr>
        <p:spPr/>
        <p:txBody>
          <a:bodyPr/>
          <a:lstStyle/>
          <a:p>
            <a:fld id="{445DED32-0D3E-427D-B954-C6117301AD0E}" type="slidenum">
              <a:rPr lang="en-US" smtClean="0"/>
              <a:t>12</a:t>
            </a:fld>
            <a:endParaRPr lang="en-US"/>
          </a:p>
        </p:txBody>
      </p:sp>
    </p:spTree>
    <p:extLst>
      <p:ext uri="{BB962C8B-B14F-4D97-AF65-F5344CB8AC3E}">
        <p14:creationId xmlns:p14="http://schemas.microsoft.com/office/powerpoint/2010/main" val="2203096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5DED32-0D3E-427D-B954-C6117301AD0E}" type="slidenum">
              <a:rPr lang="en-US" smtClean="0"/>
              <a:t>38</a:t>
            </a:fld>
            <a:endParaRPr lang="en-US"/>
          </a:p>
        </p:txBody>
      </p:sp>
    </p:spTree>
    <p:extLst>
      <p:ext uri="{BB962C8B-B14F-4D97-AF65-F5344CB8AC3E}">
        <p14:creationId xmlns:p14="http://schemas.microsoft.com/office/powerpoint/2010/main" val="2914345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A1C012-8297-4361-ACE8-A2509FB18911}"/>
              </a:ext>
            </a:extLst>
          </p:cNvPr>
          <p:cNvSpPr/>
          <p:nvPr/>
        </p:nvSpPr>
        <p:spPr>
          <a:xfrm>
            <a:off x="0" y="4206240"/>
            <a:ext cx="12192000" cy="26517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4EC2572-8518-46FF-8F60-FE2963DF4A6E}"/>
              </a:ext>
            </a:extLst>
          </p:cNvPr>
          <p:cNvSpPr>
            <a:spLocks noGrp="1"/>
          </p:cNvSpPr>
          <p:nvPr>
            <p:ph type="ctrTitle"/>
          </p:nvPr>
        </p:nvSpPr>
        <p:spPr>
          <a:xfrm>
            <a:off x="960120" y="640080"/>
            <a:ext cx="10268712" cy="3227832"/>
          </a:xfrm>
        </p:spPr>
        <p:txBody>
          <a:bodyPr anchor="b">
            <a:normAutofit/>
          </a:bodyPr>
          <a:lstStyle>
            <a:lvl1pPr algn="ctr">
              <a:defRPr sz="8800" baseline="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A7A0C76A-7715-48A4-8CF5-14BBF61962A1}"/>
              </a:ext>
            </a:extLst>
          </p:cNvPr>
          <p:cNvSpPr>
            <a:spLocks noGrp="1"/>
          </p:cNvSpPr>
          <p:nvPr>
            <p:ph type="subTitle" idx="1"/>
          </p:nvPr>
        </p:nvSpPr>
        <p:spPr>
          <a:xfrm>
            <a:off x="960120" y="4526280"/>
            <a:ext cx="10268712" cy="1508760"/>
          </a:xfrm>
        </p:spPr>
        <p:txBody>
          <a:bodyPr>
            <a:normAutofit/>
          </a:bodyPr>
          <a:lstStyle>
            <a:lvl1pPr marL="0" indent="0" algn="ctr">
              <a:buNone/>
              <a:defRPr sz="36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52D4EF84-F7DF-49C5-9285-301284ADB99A}"/>
              </a:ext>
            </a:extLst>
          </p:cNvPr>
          <p:cNvSpPr>
            <a:spLocks noGrp="1"/>
          </p:cNvSpPr>
          <p:nvPr>
            <p:ph type="dt" sz="half" idx="10"/>
          </p:nvPr>
        </p:nvSpPr>
        <p:spPr/>
        <p:txBody>
          <a:bodyPr/>
          <a:lstStyle>
            <a:lvl1pPr>
              <a:defRPr>
                <a:solidFill>
                  <a:schemeClr val="bg1"/>
                </a:solidFill>
              </a:defRPr>
            </a:lvl1pPr>
          </a:lstStyle>
          <a:p>
            <a:pPr algn="r"/>
            <a:fld id="{A37D6D71-8B28-4ED6-B932-04B197003D23}" type="datetimeFigureOut">
              <a:rPr lang="en-US" dirty="0"/>
              <a:pPr algn="r"/>
              <a:t>4/26/2026</a:t>
            </a:fld>
            <a:endParaRPr lang="en-US"/>
          </a:p>
        </p:txBody>
      </p:sp>
      <p:sp>
        <p:nvSpPr>
          <p:cNvPr id="12" name="Footer Placeholder 11">
            <a:extLst>
              <a:ext uri="{FF2B5EF4-FFF2-40B4-BE49-F238E27FC236}">
                <a16:creationId xmlns:a16="http://schemas.microsoft.com/office/drawing/2014/main" id="{81266E04-79AF-49EF-86BC-DB29D304BBEC}"/>
              </a:ext>
            </a:extLst>
          </p:cNvPr>
          <p:cNvSpPr>
            <a:spLocks noGrp="1"/>
          </p:cNvSpPr>
          <p:nvPr>
            <p:ph type="ftr" sz="quarter" idx="11"/>
          </p:nvPr>
        </p:nvSpPr>
        <p:spPr/>
        <p:txBody>
          <a:bodyPr/>
          <a:lstStyle>
            <a:lvl1pPr>
              <a:defRPr>
                <a:solidFill>
                  <a:schemeClr val="bg1"/>
                </a:solidFill>
              </a:defRPr>
            </a:lvl1pPr>
          </a:lstStyle>
          <a:p>
            <a:endParaRPr lang="en-US">
              <a:solidFill>
                <a:schemeClr val="bg1"/>
              </a:solidFill>
            </a:endParaRPr>
          </a:p>
        </p:txBody>
      </p:sp>
      <p:sp>
        <p:nvSpPr>
          <p:cNvPr id="13" name="Slide Number Placeholder 12">
            <a:extLst>
              <a:ext uri="{FF2B5EF4-FFF2-40B4-BE49-F238E27FC236}">
                <a16:creationId xmlns:a16="http://schemas.microsoft.com/office/drawing/2014/main" id="{90DF5B53-9A9A-46CE-A910-25ADA58753A8}"/>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4218600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0910-921F-4143-AB01-0F0AFC2908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0182FC-5A0B-4C24-A6ED-990ED5BA9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6172F4-3DB0-4AE3-8926-081B78034C68}"/>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8" name="Footer Placeholder 7">
            <a:extLst>
              <a:ext uri="{FF2B5EF4-FFF2-40B4-BE49-F238E27FC236}">
                <a16:creationId xmlns:a16="http://schemas.microsoft.com/office/drawing/2014/main" id="{825F1358-C731-465B-BCB1-2CCBFD6ECF7E}"/>
              </a:ext>
            </a:extLst>
          </p:cNvPr>
          <p:cNvSpPr>
            <a:spLocks noGrp="1"/>
          </p:cNvSpPr>
          <p:nvPr>
            <p:ph type="ftr" sz="quarter" idx="11"/>
          </p:nvPr>
        </p:nvSpPr>
        <p:spPr/>
        <p:txBody>
          <a:bodyPr/>
          <a:lstStyle/>
          <a:p>
            <a:endParaRPr lang="en-US">
              <a:solidFill>
                <a:schemeClr val="tx1"/>
              </a:solidFill>
            </a:endParaRPr>
          </a:p>
        </p:txBody>
      </p:sp>
      <p:sp>
        <p:nvSpPr>
          <p:cNvPr id="9" name="Slide Number Placeholder 8">
            <a:extLst>
              <a:ext uri="{FF2B5EF4-FFF2-40B4-BE49-F238E27FC236}">
                <a16:creationId xmlns:a16="http://schemas.microsoft.com/office/drawing/2014/main" id="{C8D59536-57D3-4C8A-A207-568465A32E45}"/>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15970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81E0804-8E9E-4C6E-B18D-44FE715B239E}"/>
              </a:ext>
            </a:extLst>
          </p:cNvPr>
          <p:cNvSpPr/>
          <p:nvPr/>
        </p:nvSpPr>
        <p:spPr>
          <a:xfrm>
            <a:off x="0" y="0"/>
            <a:ext cx="12192000" cy="422497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C278AA1-17A5-44BF-8791-EACDA31F5D86}"/>
              </a:ext>
            </a:extLst>
          </p:cNvPr>
          <p:cNvSpPr>
            <a:spLocks noGrp="1"/>
          </p:cNvSpPr>
          <p:nvPr>
            <p:ph type="title"/>
          </p:nvPr>
        </p:nvSpPr>
        <p:spPr>
          <a:xfrm>
            <a:off x="960120" y="768096"/>
            <a:ext cx="10268712" cy="3136392"/>
          </a:xfrm>
        </p:spPr>
        <p:txBody>
          <a:bodyPr anchor="b">
            <a:normAutofit/>
          </a:bodyPr>
          <a:lstStyle>
            <a:lvl1pPr>
              <a:defRPr sz="7200" baseline="0"/>
            </a:lvl1pPr>
          </a:lstStyle>
          <a:p>
            <a:r>
              <a:rPr lang="en-US"/>
              <a:t>Click to edit Master title style</a:t>
            </a:r>
          </a:p>
        </p:txBody>
      </p:sp>
      <p:sp>
        <p:nvSpPr>
          <p:cNvPr id="3" name="Text Placeholder 2">
            <a:extLst>
              <a:ext uri="{FF2B5EF4-FFF2-40B4-BE49-F238E27FC236}">
                <a16:creationId xmlns:a16="http://schemas.microsoft.com/office/drawing/2014/main" id="{601203A5-DA79-4778-AB85-150365748494}"/>
              </a:ext>
            </a:extLst>
          </p:cNvPr>
          <p:cNvSpPr>
            <a:spLocks noGrp="1"/>
          </p:cNvSpPr>
          <p:nvPr>
            <p:ph type="body" idx="1"/>
          </p:nvPr>
        </p:nvSpPr>
        <p:spPr>
          <a:xfrm>
            <a:off x="960120" y="4544568"/>
            <a:ext cx="10268712" cy="1545336"/>
          </a:xfrm>
        </p:spPr>
        <p:txBody>
          <a:bodyPr>
            <a:normAutofit/>
          </a:bodyPr>
          <a:lstStyle>
            <a:lvl1pPr marL="0" indent="0">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Date Placeholder 8">
            <a:extLst>
              <a:ext uri="{FF2B5EF4-FFF2-40B4-BE49-F238E27FC236}">
                <a16:creationId xmlns:a16="http://schemas.microsoft.com/office/drawing/2014/main" id="{CE3B1B5E-0912-44AE-BAED-70B980E53915}"/>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10" name="Footer Placeholder 9">
            <a:extLst>
              <a:ext uri="{FF2B5EF4-FFF2-40B4-BE49-F238E27FC236}">
                <a16:creationId xmlns:a16="http://schemas.microsoft.com/office/drawing/2014/main" id="{346C82F1-A7B2-4F03-A26B-59D79BF5BFD5}"/>
              </a:ext>
            </a:extLst>
          </p:cNvPr>
          <p:cNvSpPr>
            <a:spLocks noGrp="1"/>
          </p:cNvSpPr>
          <p:nvPr>
            <p:ph type="ftr" sz="quarter" idx="11"/>
          </p:nvPr>
        </p:nvSpPr>
        <p:spPr/>
        <p:txBody>
          <a:bodyPr/>
          <a:lstStyle/>
          <a:p>
            <a:endParaRPr lang="en-US">
              <a:solidFill>
                <a:schemeClr val="tx1"/>
              </a:solidFill>
            </a:endParaRPr>
          </a:p>
        </p:txBody>
      </p:sp>
      <p:sp>
        <p:nvSpPr>
          <p:cNvPr id="11" name="Slide Number Placeholder 10">
            <a:extLst>
              <a:ext uri="{FF2B5EF4-FFF2-40B4-BE49-F238E27FC236}">
                <a16:creationId xmlns:a16="http://schemas.microsoft.com/office/drawing/2014/main" id="{B1DC1ABC-47A9-477B-A29D-F6690EE6B532}"/>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105492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F398-F05F-4793-9FA5-5B817EB95A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17F1CD-2CD4-4BBB-AB36-73A20B1A8D69}"/>
              </a:ext>
            </a:extLst>
          </p:cNvPr>
          <p:cNvSpPr>
            <a:spLocks noGrp="1"/>
          </p:cNvSpPr>
          <p:nvPr>
            <p:ph sz="half" idx="1"/>
          </p:nvPr>
        </p:nvSpPr>
        <p:spPr>
          <a:xfrm>
            <a:off x="960120" y="2587752"/>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BBE02-B884-4CCC-9CBD-13B792BBA2BE}"/>
              </a:ext>
            </a:extLst>
          </p:cNvPr>
          <p:cNvSpPr>
            <a:spLocks noGrp="1"/>
          </p:cNvSpPr>
          <p:nvPr>
            <p:ph sz="half" idx="2"/>
          </p:nvPr>
        </p:nvSpPr>
        <p:spPr>
          <a:xfrm>
            <a:off x="6412992" y="2583371"/>
            <a:ext cx="4815840" cy="3593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11">
            <a:extLst>
              <a:ext uri="{FF2B5EF4-FFF2-40B4-BE49-F238E27FC236}">
                <a16:creationId xmlns:a16="http://schemas.microsoft.com/office/drawing/2014/main" id="{B7FBE509-AA68-4D63-A589-AD5DE7FFFECA}"/>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13" name="Footer Placeholder 12">
            <a:extLst>
              <a:ext uri="{FF2B5EF4-FFF2-40B4-BE49-F238E27FC236}">
                <a16:creationId xmlns:a16="http://schemas.microsoft.com/office/drawing/2014/main" id="{9C1A4D52-57E4-4F45-BC2C-9FD73E9CEC59}"/>
              </a:ext>
            </a:extLst>
          </p:cNvPr>
          <p:cNvSpPr>
            <a:spLocks noGrp="1"/>
          </p:cNvSpPr>
          <p:nvPr>
            <p:ph type="ftr" sz="quarter" idx="11"/>
          </p:nvPr>
        </p:nvSpPr>
        <p:spPr/>
        <p:txBody>
          <a:bodyPr/>
          <a:lstStyle/>
          <a:p>
            <a:endParaRPr lang="en-US">
              <a:solidFill>
                <a:schemeClr val="tx1"/>
              </a:solidFill>
            </a:endParaRPr>
          </a:p>
        </p:txBody>
      </p:sp>
      <p:sp>
        <p:nvSpPr>
          <p:cNvPr id="14" name="Slide Number Placeholder 13">
            <a:extLst>
              <a:ext uri="{FF2B5EF4-FFF2-40B4-BE49-F238E27FC236}">
                <a16:creationId xmlns:a16="http://schemas.microsoft.com/office/drawing/2014/main" id="{E76AD5E1-358D-4236-85AE-74713259EF08}"/>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56523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87D32C-166A-4FBE-B24D-C25769095429}"/>
              </a:ext>
            </a:extLst>
          </p:cNvPr>
          <p:cNvSpPr>
            <a:spLocks noGrp="1"/>
          </p:cNvSpPr>
          <p:nvPr>
            <p:ph type="body" idx="1"/>
          </p:nvPr>
        </p:nvSpPr>
        <p:spPr>
          <a:xfrm>
            <a:off x="960121"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9EC567-F249-462A-B71A-9C40D50E26AA}"/>
              </a:ext>
            </a:extLst>
          </p:cNvPr>
          <p:cNvSpPr>
            <a:spLocks noGrp="1"/>
          </p:cNvSpPr>
          <p:nvPr>
            <p:ph sz="half" idx="2"/>
          </p:nvPr>
        </p:nvSpPr>
        <p:spPr>
          <a:xfrm>
            <a:off x="960120"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B7D2C6-69D1-4DE4-BF68-5FB0623DB9E3}"/>
              </a:ext>
            </a:extLst>
          </p:cNvPr>
          <p:cNvSpPr>
            <a:spLocks noGrp="1"/>
          </p:cNvSpPr>
          <p:nvPr>
            <p:ph type="body" sz="quarter" idx="3"/>
          </p:nvPr>
        </p:nvSpPr>
        <p:spPr>
          <a:xfrm>
            <a:off x="6409944" y="2587752"/>
            <a:ext cx="4818888" cy="892048"/>
          </a:xfrm>
        </p:spPr>
        <p:txBody>
          <a:bodyPr anchor="ctr"/>
          <a:lstStyle>
            <a:lvl1pPr marL="0" indent="0">
              <a:buNone/>
              <a:defRPr sz="26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67CC7-ED09-4F8D-A39A-C5969D33B9F8}"/>
              </a:ext>
            </a:extLst>
          </p:cNvPr>
          <p:cNvSpPr>
            <a:spLocks noGrp="1"/>
          </p:cNvSpPr>
          <p:nvPr>
            <p:ph sz="quarter" idx="4"/>
          </p:nvPr>
        </p:nvSpPr>
        <p:spPr>
          <a:xfrm>
            <a:off x="6409944" y="3594538"/>
            <a:ext cx="4818888" cy="2586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5F92A44F-DE98-4FB5-B474-5DCCDD267A79}"/>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11" name="Footer Placeholder 10">
            <a:extLst>
              <a:ext uri="{FF2B5EF4-FFF2-40B4-BE49-F238E27FC236}">
                <a16:creationId xmlns:a16="http://schemas.microsoft.com/office/drawing/2014/main" id="{3ACC79DA-A9E4-4E93-93F1-81907A901BBB}"/>
              </a:ext>
            </a:extLst>
          </p:cNvPr>
          <p:cNvSpPr>
            <a:spLocks noGrp="1"/>
          </p:cNvSpPr>
          <p:nvPr>
            <p:ph type="ftr" sz="quarter" idx="11"/>
          </p:nvPr>
        </p:nvSpPr>
        <p:spPr/>
        <p:txBody>
          <a:bodyPr/>
          <a:lstStyle/>
          <a:p>
            <a:endParaRPr lang="en-US">
              <a:solidFill>
                <a:schemeClr val="tx1"/>
              </a:solidFill>
            </a:endParaRPr>
          </a:p>
        </p:txBody>
      </p:sp>
      <p:sp>
        <p:nvSpPr>
          <p:cNvPr id="12" name="Slide Number Placeholder 11">
            <a:extLst>
              <a:ext uri="{FF2B5EF4-FFF2-40B4-BE49-F238E27FC236}">
                <a16:creationId xmlns:a16="http://schemas.microsoft.com/office/drawing/2014/main" id="{404DFE57-AA80-4ED8-AD77-35CC56F3FBC6}"/>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
        <p:nvSpPr>
          <p:cNvPr id="13" name="Title 12">
            <a:extLst>
              <a:ext uri="{FF2B5EF4-FFF2-40B4-BE49-F238E27FC236}">
                <a16:creationId xmlns:a16="http://schemas.microsoft.com/office/drawing/2014/main" id="{FB62259C-ADDF-4293-AD3B-AB2E04A748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2134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BA0-DC57-452F-85B7-C979AA690920}"/>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1C53797-8D72-4774-AC93-EB9FDD650CCD}"/>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7" name="Footer Placeholder 6">
            <a:extLst>
              <a:ext uri="{FF2B5EF4-FFF2-40B4-BE49-F238E27FC236}">
                <a16:creationId xmlns:a16="http://schemas.microsoft.com/office/drawing/2014/main" id="{9E945AB7-1A32-4516-ABF9-B40958AE2E73}"/>
              </a:ext>
            </a:extLst>
          </p:cNvPr>
          <p:cNvSpPr>
            <a:spLocks noGrp="1"/>
          </p:cNvSpPr>
          <p:nvPr>
            <p:ph type="ftr" sz="quarter" idx="11"/>
          </p:nvPr>
        </p:nvSpPr>
        <p:spPr/>
        <p:txBody>
          <a:bodyPr/>
          <a:lstStyle/>
          <a:p>
            <a:endParaRPr lang="en-US">
              <a:solidFill>
                <a:schemeClr val="tx1"/>
              </a:solidFill>
            </a:endParaRPr>
          </a:p>
        </p:txBody>
      </p:sp>
      <p:sp>
        <p:nvSpPr>
          <p:cNvPr id="8" name="Slide Number Placeholder 7">
            <a:extLst>
              <a:ext uri="{FF2B5EF4-FFF2-40B4-BE49-F238E27FC236}">
                <a16:creationId xmlns:a16="http://schemas.microsoft.com/office/drawing/2014/main" id="{B22923C3-1D67-4089-A6B1-9A10315E807F}"/>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3801696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C0A8DC1-14F6-453B-A724-D6493F063F83}"/>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6" name="Footer Placeholder 5">
            <a:extLst>
              <a:ext uri="{FF2B5EF4-FFF2-40B4-BE49-F238E27FC236}">
                <a16:creationId xmlns:a16="http://schemas.microsoft.com/office/drawing/2014/main" id="{66E63FF0-1A91-4698-B12A-112D05373593}"/>
              </a:ext>
            </a:extLst>
          </p:cNvPr>
          <p:cNvSpPr>
            <a:spLocks noGrp="1"/>
          </p:cNvSpPr>
          <p:nvPr>
            <p:ph type="ftr" sz="quarter" idx="11"/>
          </p:nvPr>
        </p:nvSpPr>
        <p:spPr/>
        <p:txBody>
          <a:bodyPr/>
          <a:lstStyle/>
          <a:p>
            <a:endParaRPr lang="en-US">
              <a:solidFill>
                <a:schemeClr val="tx1"/>
              </a:solidFill>
            </a:endParaRPr>
          </a:p>
        </p:txBody>
      </p:sp>
      <p:sp>
        <p:nvSpPr>
          <p:cNvPr id="7" name="Slide Number Placeholder 6">
            <a:extLst>
              <a:ext uri="{FF2B5EF4-FFF2-40B4-BE49-F238E27FC236}">
                <a16:creationId xmlns:a16="http://schemas.microsoft.com/office/drawing/2014/main" id="{1E066D53-44B3-4F04-93FD-9756A60139F9}"/>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953429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3A0FE-F7E3-433E-9A29-D778690D223A}"/>
              </a:ext>
            </a:extLst>
          </p:cNvPr>
          <p:cNvSpPr>
            <a:spLocks noGrp="1"/>
          </p:cNvSpPr>
          <p:nvPr>
            <p:ph idx="1"/>
          </p:nvPr>
        </p:nvSpPr>
        <p:spPr>
          <a:xfrm>
            <a:off x="5183188" y="2591850"/>
            <a:ext cx="6045644" cy="3593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794B15D-55F5-4208-AF40-41CAFEB56F4C}"/>
              </a:ext>
            </a:extLst>
          </p:cNvPr>
          <p:cNvSpPr>
            <a:spLocks noGrp="1"/>
          </p:cNvSpPr>
          <p:nvPr>
            <p:ph type="body" sz="half" idx="2"/>
          </p:nvPr>
        </p:nvSpPr>
        <p:spPr>
          <a:xfrm>
            <a:off x="960120" y="2591850"/>
            <a:ext cx="3811905" cy="3277137"/>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E8A46CE7-2F0F-4C85-B633-B9FCB8347AE7}"/>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9" name="Footer Placeholder 8">
            <a:extLst>
              <a:ext uri="{FF2B5EF4-FFF2-40B4-BE49-F238E27FC236}">
                <a16:creationId xmlns:a16="http://schemas.microsoft.com/office/drawing/2014/main" id="{D0900919-3A73-4918-9D97-8DBE7ABB7A19}"/>
              </a:ext>
            </a:extLst>
          </p:cNvPr>
          <p:cNvSpPr>
            <a:spLocks noGrp="1"/>
          </p:cNvSpPr>
          <p:nvPr>
            <p:ph type="ftr" sz="quarter" idx="11"/>
          </p:nvPr>
        </p:nvSpPr>
        <p:spPr/>
        <p:txBody>
          <a:bodyPr/>
          <a:lstStyle/>
          <a:p>
            <a:endParaRPr lang="en-US">
              <a:solidFill>
                <a:schemeClr val="tx1"/>
              </a:solidFill>
            </a:endParaRPr>
          </a:p>
        </p:txBody>
      </p:sp>
      <p:sp>
        <p:nvSpPr>
          <p:cNvPr id="10" name="Slide Number Placeholder 9">
            <a:extLst>
              <a:ext uri="{FF2B5EF4-FFF2-40B4-BE49-F238E27FC236}">
                <a16:creationId xmlns:a16="http://schemas.microsoft.com/office/drawing/2014/main" id="{08BC1001-E44E-4A9A-9E60-2E319A844F65}"/>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
        <p:nvSpPr>
          <p:cNvPr id="11" name="Title 10">
            <a:extLst>
              <a:ext uri="{FF2B5EF4-FFF2-40B4-BE49-F238E27FC236}">
                <a16:creationId xmlns:a16="http://schemas.microsoft.com/office/drawing/2014/main" id="{A125AC31-022C-40AA-B65C-C9AC48395A6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164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797A575-703F-410E-9A84-F9B578FEAE80}"/>
              </a:ext>
            </a:extLst>
          </p:cNvPr>
          <p:cNvSpPr>
            <a:spLocks noGrp="1" noChangeAspect="1"/>
          </p:cNvSpPr>
          <p:nvPr>
            <p:ph type="pic" idx="1"/>
          </p:nvPr>
        </p:nvSpPr>
        <p:spPr>
          <a:xfrm>
            <a:off x="0" y="2267712"/>
            <a:ext cx="6571469" cy="4590288"/>
          </a:xfrm>
          <a:solidFill>
            <a:schemeClr val="bg1">
              <a:lumMod val="85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18B509-934D-400A-A922-45B61AC6EDD8}"/>
              </a:ext>
            </a:extLst>
          </p:cNvPr>
          <p:cNvSpPr>
            <a:spLocks noGrp="1"/>
          </p:cNvSpPr>
          <p:nvPr>
            <p:ph type="body" sz="half" idx="2"/>
          </p:nvPr>
        </p:nvSpPr>
        <p:spPr>
          <a:xfrm>
            <a:off x="7235971" y="2587752"/>
            <a:ext cx="3992856" cy="3593592"/>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9813C51-6954-4F3A-A043-D1BCC8B50F83}"/>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9" name="Footer Placeholder 8">
            <a:extLst>
              <a:ext uri="{FF2B5EF4-FFF2-40B4-BE49-F238E27FC236}">
                <a16:creationId xmlns:a16="http://schemas.microsoft.com/office/drawing/2014/main" id="{C0AC32FB-49A3-40E4-9D24-177597043627}"/>
              </a:ext>
            </a:extLst>
          </p:cNvPr>
          <p:cNvSpPr>
            <a:spLocks noGrp="1"/>
          </p:cNvSpPr>
          <p:nvPr>
            <p:ph type="ftr" sz="quarter" idx="11"/>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a:effectLst>
                <a:outerShdw blurRad="50800" dist="38100" dir="2700000" algn="tl" rotWithShape="0">
                  <a:prstClr val="black">
                    <a:alpha val="43000"/>
                  </a:prstClr>
                </a:outerShdw>
              </a:effectLst>
            </a:endParaRPr>
          </a:p>
        </p:txBody>
      </p:sp>
      <p:sp>
        <p:nvSpPr>
          <p:cNvPr id="10" name="Slide Number Placeholder 9">
            <a:extLst>
              <a:ext uri="{FF2B5EF4-FFF2-40B4-BE49-F238E27FC236}">
                <a16:creationId xmlns:a16="http://schemas.microsoft.com/office/drawing/2014/main" id="{EC93F5E6-DAE6-447B-8038-5F4C9A799F57}"/>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
        <p:nvSpPr>
          <p:cNvPr id="2" name="Title 1">
            <a:extLst>
              <a:ext uri="{FF2B5EF4-FFF2-40B4-BE49-F238E27FC236}">
                <a16:creationId xmlns:a16="http://schemas.microsoft.com/office/drawing/2014/main" id="{9BFF97FB-514D-4FE8-A9A4-E9A111A56E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52666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27B9-64C6-4AFE-8E67-F60CD17A80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2656D-F600-4D76-8A0F-BDBE78759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A13412-4939-4879-B91F-BB5B029B6CEB}"/>
              </a:ext>
            </a:extLst>
          </p:cNvPr>
          <p:cNvSpPr>
            <a:spLocks noGrp="1"/>
          </p:cNvSpPr>
          <p:nvPr>
            <p:ph type="dt" sz="half" idx="10"/>
          </p:nvPr>
        </p:nvSpPr>
        <p:spPr/>
        <p:txBody>
          <a:bodyPr/>
          <a:lstStyle/>
          <a:p>
            <a:pPr algn="r"/>
            <a:fld id="{A37D6D71-8B28-4ED6-B932-04B197003D23}" type="datetimeFigureOut">
              <a:rPr lang="en-US" dirty="0"/>
              <a:pPr algn="r"/>
              <a:t>4/26/2026</a:t>
            </a:fld>
            <a:endParaRPr lang="en-US"/>
          </a:p>
        </p:txBody>
      </p:sp>
      <p:sp>
        <p:nvSpPr>
          <p:cNvPr id="8" name="Footer Placeholder 7">
            <a:extLst>
              <a:ext uri="{FF2B5EF4-FFF2-40B4-BE49-F238E27FC236}">
                <a16:creationId xmlns:a16="http://schemas.microsoft.com/office/drawing/2014/main" id="{95237DB9-DE7D-4687-82D7-612600F06C3E}"/>
              </a:ext>
            </a:extLst>
          </p:cNvPr>
          <p:cNvSpPr>
            <a:spLocks noGrp="1"/>
          </p:cNvSpPr>
          <p:nvPr>
            <p:ph type="ftr" sz="quarter" idx="11"/>
          </p:nvPr>
        </p:nvSpPr>
        <p:spPr/>
        <p:txBody>
          <a:bodyPr/>
          <a:lstStyle/>
          <a:p>
            <a:endParaRPr lang="en-US">
              <a:solidFill>
                <a:schemeClr val="tx1"/>
              </a:solidFill>
            </a:endParaRPr>
          </a:p>
        </p:txBody>
      </p:sp>
      <p:sp>
        <p:nvSpPr>
          <p:cNvPr id="9" name="Slide Number Placeholder 8">
            <a:extLst>
              <a:ext uri="{FF2B5EF4-FFF2-40B4-BE49-F238E27FC236}">
                <a16:creationId xmlns:a16="http://schemas.microsoft.com/office/drawing/2014/main" id="{6C819356-0444-4C23-82D3-E2FDE28D3DCB}"/>
              </a:ext>
            </a:extLst>
          </p:cNvPr>
          <p:cNvSpPr>
            <a:spLocks noGrp="1"/>
          </p:cNvSpPr>
          <p:nvPr>
            <p:ph type="sldNum" sz="quarter" idx="12"/>
          </p:nvPr>
        </p:nvSpPr>
        <p:spPr/>
        <p:txBody>
          <a:body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253313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EB51B7C-D548-4AB7-90A4-C196105E6D56}"/>
              </a:ext>
            </a:extLst>
          </p:cNvPr>
          <p:cNvSpPr/>
          <p:nvPr/>
        </p:nvSpPr>
        <p:spPr>
          <a:xfrm>
            <a:off x="7108274" y="0"/>
            <a:ext cx="508372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32DC521B-8B54-4843-9FF4-B2C30FA0043F}"/>
              </a:ext>
            </a:extLst>
          </p:cNvPr>
          <p:cNvSpPr>
            <a:spLocks noGrp="1"/>
          </p:cNvSpPr>
          <p:nvPr>
            <p:ph type="title" orient="vert"/>
          </p:nvPr>
        </p:nvSpPr>
        <p:spPr>
          <a:xfrm>
            <a:off x="7751740" y="643467"/>
            <a:ext cx="3477092" cy="5533495"/>
          </a:xfrm>
        </p:spPr>
        <p:txBody>
          <a:bodyPr vert="eaVert" tIns="91440" bIns="91440"/>
          <a:lstStyle/>
          <a:p>
            <a:r>
              <a:rPr lang="en-US"/>
              <a:t>Click to edit Master title style</a:t>
            </a:r>
          </a:p>
        </p:txBody>
      </p:sp>
      <p:sp>
        <p:nvSpPr>
          <p:cNvPr id="3" name="Vertical Text Placeholder 2">
            <a:extLst>
              <a:ext uri="{FF2B5EF4-FFF2-40B4-BE49-F238E27FC236}">
                <a16:creationId xmlns:a16="http://schemas.microsoft.com/office/drawing/2014/main" id="{410E3F10-9E27-41E6-A965-4243E37BE3D5}"/>
              </a:ext>
            </a:extLst>
          </p:cNvPr>
          <p:cNvSpPr>
            <a:spLocks noGrp="1"/>
          </p:cNvSpPr>
          <p:nvPr>
            <p:ph type="body" orient="vert" idx="1"/>
          </p:nvPr>
        </p:nvSpPr>
        <p:spPr>
          <a:xfrm>
            <a:off x="960120" y="643467"/>
            <a:ext cx="5504687" cy="5533496"/>
          </a:xfrm>
        </p:spPr>
        <p:txBody>
          <a:bodyPr vert="eaVert" tIns="91440"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41D62D-51A0-4AD7-8027-BF548FB6AAF3}"/>
              </a:ext>
            </a:extLst>
          </p:cNvPr>
          <p:cNvSpPr>
            <a:spLocks noGrp="1"/>
          </p:cNvSpPr>
          <p:nvPr>
            <p:ph type="dt" sz="half" idx="10"/>
          </p:nvPr>
        </p:nvSpPr>
        <p:spPr>
          <a:xfrm>
            <a:off x="7617898" y="6356350"/>
            <a:ext cx="2522798" cy="365125"/>
          </a:xfrm>
        </p:spPr>
        <p:txBody>
          <a:bodyPr/>
          <a:lstStyle>
            <a:lvl1pPr>
              <a:defRPr>
                <a:solidFill>
                  <a:schemeClr val="bg1"/>
                </a:solidFill>
              </a:defRPr>
            </a:lvl1pPr>
          </a:lstStyle>
          <a:p>
            <a:pPr algn="r"/>
            <a:fld id="{A37D6D71-8B28-4ED6-B932-04B197003D23}" type="datetimeFigureOut">
              <a:rPr lang="en-US" dirty="0"/>
              <a:pPr algn="r"/>
              <a:t>4/26/2026</a:t>
            </a:fld>
            <a:endParaRPr lang="en-US"/>
          </a:p>
        </p:txBody>
      </p:sp>
      <p:sp>
        <p:nvSpPr>
          <p:cNvPr id="8" name="Footer Placeholder 7">
            <a:extLst>
              <a:ext uri="{FF2B5EF4-FFF2-40B4-BE49-F238E27FC236}">
                <a16:creationId xmlns:a16="http://schemas.microsoft.com/office/drawing/2014/main" id="{A5857492-A701-44A1-B1D5-7B2C8CD06582}"/>
              </a:ext>
            </a:extLst>
          </p:cNvPr>
          <p:cNvSpPr>
            <a:spLocks noGrp="1"/>
          </p:cNvSpPr>
          <p:nvPr>
            <p:ph type="ftr" sz="quarter" idx="11"/>
          </p:nvPr>
        </p:nvSpPr>
        <p:spPr/>
        <p:txBody>
          <a:bodyPr/>
          <a:lstStyle/>
          <a:p>
            <a:endParaRPr lang="en-US">
              <a:solidFill>
                <a:schemeClr val="tx1"/>
              </a:solidFill>
            </a:endParaRPr>
          </a:p>
        </p:txBody>
      </p:sp>
      <p:sp>
        <p:nvSpPr>
          <p:cNvPr id="9" name="Slide Number Placeholder 8">
            <a:extLst>
              <a:ext uri="{FF2B5EF4-FFF2-40B4-BE49-F238E27FC236}">
                <a16:creationId xmlns:a16="http://schemas.microsoft.com/office/drawing/2014/main" id="{EED2E8AE-F1AA-4D19-A434-102501D3B460}"/>
              </a:ext>
            </a:extLst>
          </p:cNvPr>
          <p:cNvSpPr>
            <a:spLocks noGrp="1"/>
          </p:cNvSpPr>
          <p:nvPr>
            <p:ph type="sldNum" sz="quarter" idx="12"/>
          </p:nvPr>
        </p:nvSpPr>
        <p:spPr/>
        <p:txBody>
          <a:bodyPr/>
          <a:lstStyle>
            <a:lvl1pPr>
              <a:defRPr>
                <a:solidFill>
                  <a:schemeClr val="bg1"/>
                </a:solidFill>
              </a:defRPr>
            </a:lvl1p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824843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D153959-30FA-4987-A094-7243641F474B}"/>
              </a:ext>
            </a:extLst>
          </p:cNvPr>
          <p:cNvSpPr/>
          <p:nvPr/>
        </p:nvSpPr>
        <p:spPr>
          <a:xfrm>
            <a:off x="0" y="0"/>
            <a:ext cx="12192000" cy="22649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a:extLst>
              <a:ext uri="{FF2B5EF4-FFF2-40B4-BE49-F238E27FC236}">
                <a16:creationId xmlns:a16="http://schemas.microsoft.com/office/drawing/2014/main" id="{50216229-A6DB-436A-B327-667E80F0A563}"/>
              </a:ext>
            </a:extLst>
          </p:cNvPr>
          <p:cNvSpPr>
            <a:spLocks noGrp="1"/>
          </p:cNvSpPr>
          <p:nvPr>
            <p:ph type="title"/>
          </p:nvPr>
        </p:nvSpPr>
        <p:spPr>
          <a:xfrm>
            <a:off x="960120" y="317814"/>
            <a:ext cx="10268712" cy="170078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2B351D-270D-480D-8AF5-6A213ED2B3FB}"/>
              </a:ext>
            </a:extLst>
          </p:cNvPr>
          <p:cNvSpPr>
            <a:spLocks noGrp="1"/>
          </p:cNvSpPr>
          <p:nvPr>
            <p:ph type="body" idx="1"/>
          </p:nvPr>
        </p:nvSpPr>
        <p:spPr>
          <a:xfrm>
            <a:off x="960120" y="2587752"/>
            <a:ext cx="10268712" cy="35935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EB0E73-3310-4A8F-BB4A-7A6A99121A61}"/>
              </a:ext>
            </a:extLst>
          </p:cNvPr>
          <p:cNvSpPr>
            <a:spLocks noGrp="1"/>
          </p:cNvSpPr>
          <p:nvPr>
            <p:ph type="dt" sz="half" idx="2"/>
          </p:nvPr>
        </p:nvSpPr>
        <p:spPr>
          <a:xfrm>
            <a:off x="6903720" y="6356350"/>
            <a:ext cx="3236976" cy="365125"/>
          </a:xfrm>
          <a:prstGeom prst="rect">
            <a:avLst/>
          </a:prstGeom>
        </p:spPr>
        <p:txBody>
          <a:bodyPr vert="horz" lIns="91440" tIns="45720" rIns="91440" bIns="45720" rtlCol="0" anchor="ctr"/>
          <a:lstStyle>
            <a:lvl1pPr algn="just">
              <a:defRPr sz="1200" spc="50" baseline="0">
                <a:solidFill>
                  <a:schemeClr val="tx1"/>
                </a:solidFill>
              </a:defRPr>
            </a:lvl1pPr>
          </a:lstStyle>
          <a:p>
            <a:pPr algn="r"/>
            <a:fld id="{A37D6D71-8B28-4ED6-B932-04B197003D23}" type="datetimeFigureOut">
              <a:rPr lang="en-US" dirty="0"/>
              <a:pPr algn="r"/>
              <a:t>4/26/2026</a:t>
            </a:fld>
            <a:endParaRPr lang="en-US" spc="50"/>
          </a:p>
        </p:txBody>
      </p:sp>
      <p:sp>
        <p:nvSpPr>
          <p:cNvPr id="5" name="Footer Placeholder 4">
            <a:extLst>
              <a:ext uri="{FF2B5EF4-FFF2-40B4-BE49-F238E27FC236}">
                <a16:creationId xmlns:a16="http://schemas.microsoft.com/office/drawing/2014/main" id="{1381C4C0-515B-4404-A780-C31E7DFE54A4}"/>
              </a:ext>
            </a:extLst>
          </p:cNvPr>
          <p:cNvSpPr>
            <a:spLocks noGrp="1"/>
          </p:cNvSpPr>
          <p:nvPr>
            <p:ph type="ftr" sz="quarter" idx="3"/>
          </p:nvPr>
        </p:nvSpPr>
        <p:spPr>
          <a:xfrm>
            <a:off x="960120" y="6356350"/>
            <a:ext cx="5504688" cy="365125"/>
          </a:xfrm>
          <a:prstGeom prst="rect">
            <a:avLst/>
          </a:prstGeom>
        </p:spPr>
        <p:txBody>
          <a:bodyPr vert="horz" lIns="91440" tIns="45720" rIns="91440" bIns="45720" rtlCol="0" anchor="ctr"/>
          <a:lstStyle>
            <a:lvl1pPr algn="l">
              <a:defRPr sz="1100" cap="all" spc="50" baseline="0">
                <a:solidFill>
                  <a:schemeClr val="tx1"/>
                </a:solidFill>
              </a:defRPr>
            </a:lvl1pPr>
          </a:lstStyle>
          <a:p>
            <a:endParaRPr lang="en-US" spc="50"/>
          </a:p>
        </p:txBody>
      </p:sp>
      <p:sp>
        <p:nvSpPr>
          <p:cNvPr id="6" name="Slide Number Placeholder 5">
            <a:extLst>
              <a:ext uri="{FF2B5EF4-FFF2-40B4-BE49-F238E27FC236}">
                <a16:creationId xmlns:a16="http://schemas.microsoft.com/office/drawing/2014/main" id="{944C30C7-F013-428C-A6F7-A8CCCD14CEF4}"/>
              </a:ext>
            </a:extLst>
          </p:cNvPr>
          <p:cNvSpPr>
            <a:spLocks noGrp="1"/>
          </p:cNvSpPr>
          <p:nvPr>
            <p:ph type="sldNum" sz="quarter" idx="4"/>
          </p:nvPr>
        </p:nvSpPr>
        <p:spPr>
          <a:xfrm>
            <a:off x="10296144" y="6356350"/>
            <a:ext cx="932688" cy="365125"/>
          </a:xfrm>
          <a:prstGeom prst="rect">
            <a:avLst/>
          </a:prstGeom>
        </p:spPr>
        <p:txBody>
          <a:bodyPr vert="horz" lIns="91440" tIns="45720" rIns="91440" bIns="45720" rtlCol="0" anchor="ctr"/>
          <a:lstStyle>
            <a:lvl1pPr algn="r">
              <a:defRPr sz="1200">
                <a:solidFill>
                  <a:schemeClr val="tx1"/>
                </a:solidFill>
              </a:defRPr>
            </a:lvl1pPr>
          </a:lstStyle>
          <a:p>
            <a:pPr algn="l"/>
            <a:fld id="{F97E8200-1950-409B-82E7-99938E7AE355}" type="slidenum">
              <a:rPr lang="en-US" dirty="0"/>
              <a:pPr algn="l"/>
              <a:t>‹#›</a:t>
            </a:fld>
            <a:endParaRPr lang="en-US"/>
          </a:p>
        </p:txBody>
      </p:sp>
    </p:spTree>
    <p:extLst>
      <p:ext uri="{BB962C8B-B14F-4D97-AF65-F5344CB8AC3E}">
        <p14:creationId xmlns:p14="http://schemas.microsoft.com/office/powerpoint/2010/main" val="409308194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6600" kern="1200" cap="all" spc="120" baseline="0">
          <a:solidFill>
            <a:schemeClr val="bg1"/>
          </a:solidFill>
          <a:latin typeface="+mj-lt"/>
          <a:ea typeface="+mj-ea"/>
          <a:cs typeface="+mj-cs"/>
        </a:defRPr>
      </a:lvl1pPr>
    </p:titleStyle>
    <p:body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Final design review</a:t>
            </a:r>
          </a:p>
        </p:txBody>
      </p:sp>
      <p:sp>
        <p:nvSpPr>
          <p:cNvPr id="3" name="Subtitle 2"/>
          <p:cNvSpPr>
            <a:spLocks noGrp="1"/>
          </p:cNvSpPr>
          <p:nvPr>
            <p:ph type="subTitle" idx="1"/>
          </p:nvPr>
        </p:nvSpPr>
        <p:spPr>
          <a:xfrm>
            <a:off x="960120" y="4803371"/>
            <a:ext cx="10268712" cy="1508760"/>
          </a:xfrm>
        </p:spPr>
        <p:txBody>
          <a:bodyPr vert="horz" lIns="91440" tIns="45720" rIns="91440" bIns="45720" rtlCol="0" anchor="t">
            <a:normAutofit/>
          </a:bodyPr>
          <a:lstStyle/>
          <a:p>
            <a:r>
              <a:rPr lang="en-US"/>
              <a:t>TEAM 1: NIGHT RAVENS</a:t>
            </a:r>
          </a:p>
          <a:p>
            <a:r>
              <a:rPr lang="en-US"/>
              <a:t>LAUREN MARTINS &amp; JOHN CLARDY</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D78A4-D878-6AE8-EC02-754BF1FA1FB0}"/>
              </a:ext>
            </a:extLst>
          </p:cNvPr>
          <p:cNvSpPr>
            <a:spLocks noGrp="1"/>
          </p:cNvSpPr>
          <p:nvPr>
            <p:ph type="title"/>
          </p:nvPr>
        </p:nvSpPr>
        <p:spPr>
          <a:xfrm>
            <a:off x="706120" y="317814"/>
            <a:ext cx="10992458" cy="1700784"/>
          </a:xfrm>
        </p:spPr>
        <p:txBody>
          <a:bodyPr>
            <a:normAutofit/>
          </a:bodyPr>
          <a:lstStyle/>
          <a:p>
            <a:r>
              <a:rPr lang="en-US"/>
              <a:t>Requirements specification</a:t>
            </a:r>
          </a:p>
        </p:txBody>
      </p:sp>
      <p:sp>
        <p:nvSpPr>
          <p:cNvPr id="3" name="Content Placeholder 2">
            <a:extLst>
              <a:ext uri="{FF2B5EF4-FFF2-40B4-BE49-F238E27FC236}">
                <a16:creationId xmlns:a16="http://schemas.microsoft.com/office/drawing/2014/main" id="{FEE99008-C93A-2EE7-5953-24A071D17908}"/>
              </a:ext>
            </a:extLst>
          </p:cNvPr>
          <p:cNvSpPr>
            <a:spLocks noGrp="1"/>
          </p:cNvSpPr>
          <p:nvPr>
            <p:ph sz="half" idx="1"/>
          </p:nvPr>
        </p:nvSpPr>
        <p:spPr>
          <a:xfrm>
            <a:off x="553024" y="2587752"/>
            <a:ext cx="5650907" cy="4162852"/>
          </a:xfrm>
        </p:spPr>
        <p:txBody>
          <a:bodyPr vert="horz" lIns="91440" tIns="45720" rIns="91440" bIns="45720" rtlCol="0" anchor="t">
            <a:normAutofit/>
          </a:bodyPr>
          <a:lstStyle/>
          <a:p>
            <a:pPr marL="457200" indent="-457200">
              <a:buFont typeface="Wingdings" panose="05000000000000000000" pitchFamily="2" charset="2"/>
              <a:buChar char="§"/>
            </a:pPr>
            <a:r>
              <a:rPr lang="en-US" b="1"/>
              <a:t>Design Point:</a:t>
            </a:r>
          </a:p>
          <a:p>
            <a:pPr marL="731520" lvl="1" indent="-457200"/>
            <a:r>
              <a:rPr lang="en-US" i="1"/>
              <a:t>Cruise:</a:t>
            </a:r>
            <a:r>
              <a:rPr lang="en-US"/>
              <a:t> 38,000 ft </a:t>
            </a:r>
          </a:p>
          <a:p>
            <a:pPr marL="731520" lvl="1" indent="-457200"/>
            <a:r>
              <a:rPr lang="en-US" i="1"/>
              <a:t>Mach:</a:t>
            </a:r>
            <a:r>
              <a:rPr lang="en-US"/>
              <a:t> 0.65 </a:t>
            </a:r>
          </a:p>
          <a:p>
            <a:pPr marL="731520" lvl="1" indent="-457200"/>
            <a:r>
              <a:rPr lang="en-US"/>
              <a:t>Standard Temperature</a:t>
            </a:r>
          </a:p>
          <a:p>
            <a:pPr marL="457200" indent="-457200"/>
            <a:endParaRPr lang="en-US"/>
          </a:p>
          <a:p>
            <a:pPr marL="457200" indent="-457200">
              <a:buFont typeface="Arial" panose="020B0604020202020204" pitchFamily="34" charset="0"/>
              <a:buChar char="•"/>
            </a:pPr>
            <a:endParaRPr lang="en-US"/>
          </a:p>
          <a:p>
            <a:pPr marL="457200" indent="-457200">
              <a:buFont typeface="Arial" panose="020B0604020202020204" pitchFamily="34" charset="0"/>
              <a:buChar char="•"/>
            </a:pPr>
            <a:endParaRPr lang="en-US"/>
          </a:p>
          <a:p>
            <a:pPr marL="457200" indent="-457200">
              <a:buFont typeface="Arial" panose="020B0604020202020204" pitchFamily="34" charset="0"/>
              <a:buChar char="•"/>
            </a:pPr>
            <a:endParaRPr lang="en-US"/>
          </a:p>
        </p:txBody>
      </p:sp>
      <p:graphicFrame>
        <p:nvGraphicFramePr>
          <p:cNvPr id="13" name="Content Placeholder 12">
            <a:extLst>
              <a:ext uri="{FF2B5EF4-FFF2-40B4-BE49-F238E27FC236}">
                <a16:creationId xmlns:a16="http://schemas.microsoft.com/office/drawing/2014/main" id="{2BF232B1-112A-7242-F9D2-9B21440F6623}"/>
              </a:ext>
            </a:extLst>
          </p:cNvPr>
          <p:cNvGraphicFramePr>
            <a:graphicFrameLocks noGrp="1"/>
          </p:cNvGraphicFramePr>
          <p:nvPr>
            <p:ph sz="half" idx="2"/>
            <p:extLst>
              <p:ext uri="{D42A27DB-BD31-4B8C-83A1-F6EECF244321}">
                <p14:modId xmlns:p14="http://schemas.microsoft.com/office/powerpoint/2010/main" val="2201218663"/>
              </p:ext>
            </p:extLst>
          </p:nvPr>
        </p:nvGraphicFramePr>
        <p:xfrm>
          <a:off x="6309683" y="3164681"/>
          <a:ext cx="5329293" cy="2832449"/>
        </p:xfrm>
        <a:graphic>
          <a:graphicData uri="http://schemas.openxmlformats.org/drawingml/2006/table">
            <a:tbl>
              <a:tblPr firstRow="1" firstCol="1">
                <a:tableStyleId>{073A0DAA-6AF3-43AB-8588-CEC1D06C72B9}</a:tableStyleId>
              </a:tblPr>
              <a:tblGrid>
                <a:gridCol w="2904382">
                  <a:extLst>
                    <a:ext uri="{9D8B030D-6E8A-4147-A177-3AD203B41FA5}">
                      <a16:colId xmlns:a16="http://schemas.microsoft.com/office/drawing/2014/main" val="1242506647"/>
                    </a:ext>
                  </a:extLst>
                </a:gridCol>
                <a:gridCol w="2424911">
                  <a:extLst>
                    <a:ext uri="{9D8B030D-6E8A-4147-A177-3AD203B41FA5}">
                      <a16:colId xmlns:a16="http://schemas.microsoft.com/office/drawing/2014/main" val="2784506785"/>
                    </a:ext>
                  </a:extLst>
                </a:gridCol>
              </a:tblGrid>
              <a:tr h="600075">
                <a:tc>
                  <a:txBody>
                    <a:bodyPr/>
                    <a:lstStyle/>
                    <a:p>
                      <a:pPr marL="0" marR="0" algn="ctr">
                        <a:lnSpc>
                          <a:spcPct val="115000"/>
                        </a:lnSpc>
                        <a:spcBef>
                          <a:spcPts val="0"/>
                        </a:spcBef>
                        <a:spcAft>
                          <a:spcPts val="0"/>
                        </a:spcAft>
                      </a:pPr>
                      <a:r>
                        <a:rPr lang="en-US" sz="1800" kern="100">
                          <a:effectLst/>
                        </a:rPr>
                        <a:t>Parameters</a:t>
                      </a:r>
                      <a:endParaRPr lang="en-US" sz="18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tc>
                  <a:txBody>
                    <a:bodyPr/>
                    <a:lstStyle/>
                    <a:p>
                      <a:pPr marL="0" marR="0" algn="ctr">
                        <a:lnSpc>
                          <a:spcPct val="115000"/>
                        </a:lnSpc>
                        <a:spcBef>
                          <a:spcPts val="0"/>
                        </a:spcBef>
                        <a:spcAft>
                          <a:spcPts val="0"/>
                        </a:spcAft>
                      </a:pPr>
                      <a:r>
                        <a:rPr lang="en-US" sz="1800" kern="100">
                          <a:effectLst/>
                        </a:rPr>
                        <a:t>Values</a:t>
                      </a:r>
                      <a:endParaRPr lang="en-US" sz="18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2508450056"/>
                  </a:ext>
                </a:extLst>
              </a:tr>
              <a:tr h="814388">
                <a:tc>
                  <a:txBody>
                    <a:bodyPr/>
                    <a:lstStyle/>
                    <a:p>
                      <a:pPr marL="0" marR="0" algn="ctr">
                        <a:lnSpc>
                          <a:spcPct val="115000"/>
                        </a:lnSpc>
                        <a:spcBef>
                          <a:spcPts val="0"/>
                        </a:spcBef>
                        <a:spcAft>
                          <a:spcPts val="0"/>
                        </a:spcAft>
                      </a:pPr>
                      <a:r>
                        <a:rPr lang="en-US" sz="1800" kern="100">
                          <a:solidFill>
                            <a:schemeClr val="tx1"/>
                          </a:solidFill>
                          <a:effectLst/>
                        </a:rPr>
                        <a:t>Maximum Engine Front Face Diameter</a:t>
                      </a:r>
                      <a:endParaRPr lang="en-US" sz="1800" kern="100">
                        <a:solidFill>
                          <a:schemeClr val="tx1"/>
                        </a:solidFill>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solidFill>
                      <a:srgbClr val="E7E7E7"/>
                    </a:solidFill>
                  </a:tcPr>
                </a:tc>
                <a:tc>
                  <a:txBody>
                    <a:bodyPr/>
                    <a:lstStyle/>
                    <a:p>
                      <a:pPr marL="0" marR="0" algn="ctr">
                        <a:lnSpc>
                          <a:spcPct val="115000"/>
                        </a:lnSpc>
                        <a:spcBef>
                          <a:spcPts val="0"/>
                        </a:spcBef>
                        <a:spcAft>
                          <a:spcPts val="0"/>
                        </a:spcAft>
                      </a:pPr>
                      <a:r>
                        <a:rPr lang="en-US" sz="1800" kern="100">
                          <a:effectLst/>
                          <a:latin typeface="+mn-lt"/>
                        </a:rPr>
                        <a:t>25 in</a:t>
                      </a:r>
                      <a:endParaRPr lang="en-US" sz="1800" kern="100">
                        <a:effectLst/>
                        <a:latin typeface="+mn-lt"/>
                        <a:ea typeface="Yu Mincho" panose="02020400000000000000" pitchFamily="18" charset="-128"/>
                        <a:cs typeface="Arial" panose="020B0604020202020204" pitchFamily="34" charset="0"/>
                      </a:endParaRPr>
                    </a:p>
                    <a:p>
                      <a:pPr marL="0" marR="0" algn="ctr">
                        <a:lnSpc>
                          <a:spcPct val="115000"/>
                        </a:lnSpc>
                        <a:spcBef>
                          <a:spcPts val="0"/>
                        </a:spcBef>
                        <a:spcAft>
                          <a:spcPts val="0"/>
                        </a:spcAft>
                      </a:pPr>
                      <a:r>
                        <a:rPr lang="en-US" sz="1800" kern="100">
                          <a:effectLst/>
                          <a:latin typeface="+mn-lt"/>
                          <a:ea typeface="Yu Mincho" panose="02020400000000000000" pitchFamily="18" charset="-128"/>
                          <a:cs typeface="Arial" panose="020B0604020202020204" pitchFamily="34" charset="0"/>
                        </a:rPr>
                        <a:t>(0.635 m)</a:t>
                      </a:r>
                      <a:endParaRPr lang="en-US" sz="1800" kern="100">
                        <a:effectLst/>
                        <a:latin typeface="+mn-lt"/>
                      </a:endParaRPr>
                    </a:p>
                  </a:txBody>
                  <a:tcPr marL="68580" marR="68580" marT="0" marB="0" anchor="ctr"/>
                </a:tc>
                <a:extLst>
                  <a:ext uri="{0D108BD9-81ED-4DB2-BD59-A6C34878D82A}">
                    <a16:rowId xmlns:a16="http://schemas.microsoft.com/office/drawing/2014/main" val="3865647951"/>
                  </a:ext>
                </a:extLst>
              </a:tr>
              <a:tr h="807243">
                <a:tc>
                  <a:txBody>
                    <a:bodyPr/>
                    <a:lstStyle/>
                    <a:p>
                      <a:pPr marL="0" marR="0" algn="ctr">
                        <a:lnSpc>
                          <a:spcPct val="115000"/>
                        </a:lnSpc>
                        <a:spcBef>
                          <a:spcPts val="0"/>
                        </a:spcBef>
                        <a:spcAft>
                          <a:spcPts val="0"/>
                        </a:spcAft>
                      </a:pPr>
                      <a:r>
                        <a:rPr lang="en-US" sz="1800" kern="100">
                          <a:solidFill>
                            <a:schemeClr val="tx1"/>
                          </a:solidFill>
                          <a:effectLst/>
                        </a:rPr>
                        <a:t>Maximum Engine Length</a:t>
                      </a:r>
                      <a:endParaRPr lang="en-US" sz="1800" kern="100">
                        <a:solidFill>
                          <a:schemeClr val="tx1"/>
                        </a:solidFill>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solidFill>
                      <a:srgbClr val="E7E7E7"/>
                    </a:solidFill>
                  </a:tcPr>
                </a:tc>
                <a:tc>
                  <a:txBody>
                    <a:bodyPr/>
                    <a:lstStyle/>
                    <a:p>
                      <a:pPr marL="0" marR="0" algn="ctr">
                        <a:lnSpc>
                          <a:spcPct val="115000"/>
                        </a:lnSpc>
                        <a:spcBef>
                          <a:spcPts val="0"/>
                        </a:spcBef>
                        <a:spcAft>
                          <a:spcPts val="0"/>
                        </a:spcAft>
                      </a:pPr>
                      <a:r>
                        <a:rPr lang="en-US" sz="1800" kern="100">
                          <a:effectLst/>
                        </a:rPr>
                        <a:t>137.795 in</a:t>
                      </a:r>
                    </a:p>
                    <a:p>
                      <a:pPr marL="0" marR="0" algn="ctr">
                        <a:lnSpc>
                          <a:spcPct val="115000"/>
                        </a:lnSpc>
                        <a:spcBef>
                          <a:spcPts val="0"/>
                        </a:spcBef>
                        <a:spcAft>
                          <a:spcPts val="0"/>
                        </a:spcAft>
                      </a:pPr>
                      <a:r>
                        <a:rPr lang="en-US" sz="1800" kern="100">
                          <a:effectLst/>
                        </a:rPr>
                        <a:t>(3.5 m)</a:t>
                      </a:r>
                      <a:endParaRPr lang="en-US" sz="1800" kern="100">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tc>
                <a:extLst>
                  <a:ext uri="{0D108BD9-81ED-4DB2-BD59-A6C34878D82A}">
                    <a16:rowId xmlns:a16="http://schemas.microsoft.com/office/drawing/2014/main" val="3504906316"/>
                  </a:ext>
                </a:extLst>
              </a:tr>
              <a:tr h="480811">
                <a:tc>
                  <a:txBody>
                    <a:bodyPr/>
                    <a:lstStyle/>
                    <a:p>
                      <a:pPr marL="0" marR="0" algn="ctr">
                        <a:lnSpc>
                          <a:spcPct val="115000"/>
                        </a:lnSpc>
                        <a:spcBef>
                          <a:spcPts val="0"/>
                        </a:spcBef>
                        <a:spcAft>
                          <a:spcPts val="0"/>
                        </a:spcAft>
                      </a:pPr>
                      <a:r>
                        <a:rPr lang="en-US" sz="1800" kern="100">
                          <a:solidFill>
                            <a:schemeClr val="tx1"/>
                          </a:solidFill>
                          <a:effectLst/>
                        </a:rPr>
                        <a:t>Required Installed Thrust @ Cruise</a:t>
                      </a:r>
                      <a:endParaRPr lang="en-US" sz="1800" kern="100">
                        <a:solidFill>
                          <a:schemeClr val="tx1"/>
                        </a:solidFill>
                        <a:effectLst/>
                        <a:latin typeface="Calibri" panose="020F0502020204030204" pitchFamily="34" charset="0"/>
                        <a:ea typeface="Yu Mincho" panose="02020400000000000000" pitchFamily="18" charset="-128"/>
                        <a:cs typeface="Arial" panose="020B0604020202020204" pitchFamily="34" charset="0"/>
                      </a:endParaRPr>
                    </a:p>
                  </a:txBody>
                  <a:tcPr marL="68580" marR="68580" marT="0" marB="0" anchor="ctr">
                    <a:solidFill>
                      <a:srgbClr val="E7E7E7"/>
                    </a:solidFill>
                  </a:tcPr>
                </a:tc>
                <a:tc>
                  <a:txBody>
                    <a:bodyPr/>
                    <a:lstStyle/>
                    <a:p>
                      <a:pPr marL="0" marR="0" algn="ctr">
                        <a:lnSpc>
                          <a:spcPct val="115000"/>
                        </a:lnSpc>
                        <a:spcBef>
                          <a:spcPts val="0"/>
                        </a:spcBef>
                        <a:spcAft>
                          <a:spcPts val="0"/>
                        </a:spcAft>
                      </a:pPr>
                      <a:r>
                        <a:rPr lang="en-US" sz="1800" kern="100">
                          <a:effectLst/>
                          <a:latin typeface="+mn-lt"/>
                        </a:rPr>
                        <a:t>1326.9 lbf</a:t>
                      </a:r>
                    </a:p>
                    <a:p>
                      <a:pPr marL="0" marR="0" algn="ctr">
                        <a:lnSpc>
                          <a:spcPct val="115000"/>
                        </a:lnSpc>
                        <a:spcBef>
                          <a:spcPts val="0"/>
                        </a:spcBef>
                        <a:spcAft>
                          <a:spcPts val="0"/>
                        </a:spcAft>
                      </a:pPr>
                      <a:r>
                        <a:rPr lang="en-US" sz="1800" kern="100">
                          <a:effectLst/>
                          <a:latin typeface="+mn-lt"/>
                          <a:ea typeface="Yu Mincho" panose="02020400000000000000" pitchFamily="18" charset="-128"/>
                          <a:cs typeface="Arial" panose="020B0604020202020204" pitchFamily="34" charset="0"/>
                        </a:rPr>
                        <a:t>(5902.3 N)</a:t>
                      </a:r>
                    </a:p>
                  </a:txBody>
                  <a:tcPr marL="68580" marR="68580" marT="0" marB="0" anchor="ctr"/>
                </a:tc>
                <a:extLst>
                  <a:ext uri="{0D108BD9-81ED-4DB2-BD59-A6C34878D82A}">
                    <a16:rowId xmlns:a16="http://schemas.microsoft.com/office/drawing/2014/main" val="3507592310"/>
                  </a:ext>
                </a:extLst>
              </a:tr>
            </a:tbl>
          </a:graphicData>
        </a:graphic>
      </p:graphicFrame>
    </p:spTree>
    <p:extLst>
      <p:ext uri="{BB962C8B-B14F-4D97-AF65-F5344CB8AC3E}">
        <p14:creationId xmlns:p14="http://schemas.microsoft.com/office/powerpoint/2010/main" val="2459660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0DD50F-4DB3-C064-2ECE-0F699DEDEDF4}"/>
              </a:ext>
            </a:extLst>
          </p:cNvPr>
          <p:cNvPicPr>
            <a:picLocks noChangeAspect="1"/>
          </p:cNvPicPr>
          <p:nvPr/>
        </p:nvPicPr>
        <p:blipFill>
          <a:blip r:embed="rId3"/>
          <a:stretch>
            <a:fillRect/>
          </a:stretch>
        </p:blipFill>
        <p:spPr>
          <a:xfrm>
            <a:off x="4508066" y="2313565"/>
            <a:ext cx="7246512" cy="4315584"/>
          </a:xfrm>
          <a:prstGeom prst="rect">
            <a:avLst/>
          </a:prstGeom>
        </p:spPr>
      </p:pic>
      <p:sp>
        <p:nvSpPr>
          <p:cNvPr id="2" name="Title 1">
            <a:extLst>
              <a:ext uri="{FF2B5EF4-FFF2-40B4-BE49-F238E27FC236}">
                <a16:creationId xmlns:a16="http://schemas.microsoft.com/office/drawing/2014/main" id="{02ED78A4-D878-6AE8-EC02-754BF1FA1FB0}"/>
              </a:ext>
            </a:extLst>
          </p:cNvPr>
          <p:cNvSpPr>
            <a:spLocks noGrp="1"/>
          </p:cNvSpPr>
          <p:nvPr>
            <p:ph type="title"/>
          </p:nvPr>
        </p:nvSpPr>
        <p:spPr>
          <a:xfrm>
            <a:off x="706120" y="317814"/>
            <a:ext cx="10992458" cy="1700784"/>
          </a:xfrm>
        </p:spPr>
        <p:txBody>
          <a:bodyPr>
            <a:normAutofit/>
          </a:bodyPr>
          <a:lstStyle/>
          <a:p>
            <a:r>
              <a:rPr lang="en-US"/>
              <a:t>Constraint analysis</a:t>
            </a:r>
          </a:p>
        </p:txBody>
      </p:sp>
      <p:sp>
        <p:nvSpPr>
          <p:cNvPr id="3" name="Content Placeholder 2">
            <a:extLst>
              <a:ext uri="{FF2B5EF4-FFF2-40B4-BE49-F238E27FC236}">
                <a16:creationId xmlns:a16="http://schemas.microsoft.com/office/drawing/2014/main" id="{FEE99008-C93A-2EE7-5953-24A071D17908}"/>
              </a:ext>
            </a:extLst>
          </p:cNvPr>
          <p:cNvSpPr>
            <a:spLocks noGrp="1"/>
          </p:cNvSpPr>
          <p:nvPr>
            <p:ph sz="half" idx="1"/>
          </p:nvPr>
        </p:nvSpPr>
        <p:spPr>
          <a:xfrm>
            <a:off x="553024" y="2587752"/>
            <a:ext cx="5650907" cy="4162852"/>
          </a:xfrm>
        </p:spPr>
        <p:txBody>
          <a:bodyPr vert="horz" lIns="91440" tIns="45720" rIns="91440" bIns="45720" rtlCol="0" anchor="t">
            <a:normAutofit/>
          </a:bodyPr>
          <a:lstStyle/>
          <a:p>
            <a:pPr marL="457200" indent="-457200">
              <a:buFont typeface="Wingdings" panose="05000000000000000000" pitchFamily="2" charset="2"/>
              <a:buChar char="§"/>
            </a:pPr>
            <a:r>
              <a:rPr lang="en-US" b="1"/>
              <a:t>Design Point:</a:t>
            </a:r>
          </a:p>
          <a:p>
            <a:pPr marL="731520" lvl="1" indent="-457200"/>
            <a:r>
              <a:rPr lang="en-US"/>
              <a:t>(57.7, 0.37)</a:t>
            </a:r>
          </a:p>
          <a:p>
            <a:pPr marL="457200" indent="-457200">
              <a:buFont typeface="Arial" panose="020B0604020202020204" pitchFamily="34" charset="0"/>
              <a:buChar char="•"/>
            </a:pPr>
            <a:endParaRPr lang="en-US"/>
          </a:p>
          <a:p>
            <a:pPr marL="457200" indent="-457200">
              <a:buFont typeface="Arial" panose="020B0604020202020204" pitchFamily="34" charset="0"/>
              <a:buChar char="•"/>
            </a:pPr>
            <a:endParaRPr lang="en-US"/>
          </a:p>
          <a:p>
            <a:pPr marL="457200" indent="-457200">
              <a:buFont typeface="Arial" panose="020B0604020202020204" pitchFamily="34" charset="0"/>
              <a:buChar char="•"/>
            </a:pPr>
            <a:endParaRPr lang="en-US"/>
          </a:p>
        </p:txBody>
      </p:sp>
      <p:sp>
        <p:nvSpPr>
          <p:cNvPr id="7" name="Star: 5 Points 6">
            <a:extLst>
              <a:ext uri="{FF2B5EF4-FFF2-40B4-BE49-F238E27FC236}">
                <a16:creationId xmlns:a16="http://schemas.microsoft.com/office/drawing/2014/main" id="{4ED5B83E-352C-A70F-3B61-C4E6313F97E6}"/>
              </a:ext>
            </a:extLst>
          </p:cNvPr>
          <p:cNvSpPr/>
          <p:nvPr/>
        </p:nvSpPr>
        <p:spPr>
          <a:xfrm>
            <a:off x="8009555" y="4702215"/>
            <a:ext cx="150598" cy="127438"/>
          </a:xfrm>
          <a:prstGeom prst="star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0862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528-E6AA-6338-F32C-E3C828991F4A}"/>
              </a:ext>
            </a:extLst>
          </p:cNvPr>
          <p:cNvSpPr>
            <a:spLocks noGrp="1"/>
          </p:cNvSpPr>
          <p:nvPr>
            <p:ph type="title"/>
          </p:nvPr>
        </p:nvSpPr>
        <p:spPr/>
        <p:txBody>
          <a:bodyPr/>
          <a:lstStyle/>
          <a:p>
            <a:r>
              <a:rPr lang="en-US"/>
              <a:t>Methodology</a:t>
            </a:r>
          </a:p>
        </p:txBody>
      </p:sp>
      <p:pic>
        <p:nvPicPr>
          <p:cNvPr id="5" name="Picture 4">
            <a:extLst>
              <a:ext uri="{FF2B5EF4-FFF2-40B4-BE49-F238E27FC236}">
                <a16:creationId xmlns:a16="http://schemas.microsoft.com/office/drawing/2014/main" id="{5CB25663-A0EF-F9C6-69B7-36EFA19605AE}"/>
              </a:ext>
            </a:extLst>
          </p:cNvPr>
          <p:cNvPicPr>
            <a:picLocks noChangeAspect="1"/>
          </p:cNvPicPr>
          <p:nvPr/>
        </p:nvPicPr>
        <p:blipFill>
          <a:blip r:embed="rId2"/>
          <a:stretch>
            <a:fillRect/>
          </a:stretch>
        </p:blipFill>
        <p:spPr>
          <a:xfrm>
            <a:off x="377606" y="2666783"/>
            <a:ext cx="11433740" cy="3721814"/>
          </a:xfrm>
          <a:prstGeom prst="rect">
            <a:avLst/>
          </a:prstGeom>
        </p:spPr>
      </p:pic>
    </p:spTree>
    <p:extLst>
      <p:ext uri="{BB962C8B-B14F-4D97-AF65-F5344CB8AC3E}">
        <p14:creationId xmlns:p14="http://schemas.microsoft.com/office/powerpoint/2010/main" val="3819961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528-E6AA-6338-F32C-E3C828991F4A}"/>
              </a:ext>
            </a:extLst>
          </p:cNvPr>
          <p:cNvSpPr>
            <a:spLocks noGrp="1"/>
          </p:cNvSpPr>
          <p:nvPr>
            <p:ph type="title"/>
          </p:nvPr>
        </p:nvSpPr>
        <p:spPr/>
        <p:txBody>
          <a:bodyPr/>
          <a:lstStyle/>
          <a:p>
            <a:r>
              <a:rPr lang="en-US"/>
              <a:t>Methodology</a:t>
            </a:r>
          </a:p>
        </p:txBody>
      </p:sp>
      <p:sp>
        <p:nvSpPr>
          <p:cNvPr id="3" name="Content Placeholder 2">
            <a:extLst>
              <a:ext uri="{FF2B5EF4-FFF2-40B4-BE49-F238E27FC236}">
                <a16:creationId xmlns:a16="http://schemas.microsoft.com/office/drawing/2014/main" id="{C1D0FAEE-82B6-BD6A-44FD-55E841F4C4A1}"/>
              </a:ext>
            </a:extLst>
          </p:cNvPr>
          <p:cNvSpPr>
            <a:spLocks noGrp="1"/>
          </p:cNvSpPr>
          <p:nvPr>
            <p:ph idx="1"/>
          </p:nvPr>
        </p:nvSpPr>
        <p:spPr>
          <a:xfrm>
            <a:off x="960120" y="2587751"/>
            <a:ext cx="10268712" cy="4127373"/>
          </a:xfrm>
        </p:spPr>
        <p:txBody>
          <a:bodyPr vert="horz" lIns="91440" tIns="45720" rIns="91440" bIns="45720" rtlCol="0" anchor="t">
            <a:normAutofit/>
          </a:bodyPr>
          <a:lstStyle/>
          <a:p>
            <a:r>
              <a:rPr lang="en-US" b="1" u="sng"/>
              <a:t>Gas Model:</a:t>
            </a:r>
          </a:p>
          <a:p>
            <a:pPr marL="457200" indent="-457200">
              <a:buFont typeface="Arial" panose="020B0604020202020204" pitchFamily="34" charset="0"/>
              <a:buChar char="•"/>
            </a:pPr>
            <a:r>
              <a:rPr lang="en-US"/>
              <a:t>Pseudo-perfect. Specific heat is treated as a function of T &amp; FAR, but independent from P.</a:t>
            </a:r>
          </a:p>
          <a:p>
            <a:r>
              <a:rPr lang="en-US" b="1" u="sng"/>
              <a:t>Simplifying Assumptions:</a:t>
            </a:r>
          </a:p>
          <a:p>
            <a:pPr marL="457200" indent="-457200">
              <a:buFont typeface="Arial" panose="020B0604020202020204" pitchFamily="34" charset="0"/>
              <a:buChar char="•"/>
            </a:pPr>
            <a:r>
              <a:rPr lang="en-US"/>
              <a:t>Ideal gas, adiabatic components, polytropic efficiency</a:t>
            </a:r>
          </a:p>
          <a:p>
            <a:r>
              <a:rPr lang="en-US" b="1" u="sng"/>
              <a:t>Installation Effects:</a:t>
            </a:r>
          </a:p>
          <a:p>
            <a:pPr marL="457200" indent="-457200">
              <a:buFont typeface="Arial" panose="020B0604020202020204" pitchFamily="34" charset="0"/>
              <a:buChar char="•"/>
            </a:pPr>
            <a:r>
              <a:rPr lang="en-US"/>
              <a:t>Add 5% of thrust to get required thrust</a:t>
            </a:r>
          </a:p>
          <a:p>
            <a:endParaRPr lang="en-US"/>
          </a:p>
        </p:txBody>
      </p:sp>
    </p:spTree>
    <p:extLst>
      <p:ext uri="{BB962C8B-B14F-4D97-AF65-F5344CB8AC3E}">
        <p14:creationId xmlns:p14="http://schemas.microsoft.com/office/powerpoint/2010/main" val="733277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147AA-7C39-CF68-20BC-A9C084640792}"/>
              </a:ext>
            </a:extLst>
          </p:cNvPr>
          <p:cNvSpPr>
            <a:spLocks noGrp="1"/>
          </p:cNvSpPr>
          <p:nvPr>
            <p:ph type="title"/>
          </p:nvPr>
        </p:nvSpPr>
        <p:spPr/>
        <p:txBody>
          <a:bodyPr>
            <a:normAutofit fontScale="90000"/>
          </a:bodyPr>
          <a:lstStyle/>
          <a:p>
            <a:r>
              <a:rPr lang="en-US"/>
              <a:t>Performance Specifications</a:t>
            </a:r>
          </a:p>
        </p:txBody>
      </p:sp>
      <p:graphicFrame>
        <p:nvGraphicFramePr>
          <p:cNvPr id="6" name="Table 5">
            <a:extLst>
              <a:ext uri="{FF2B5EF4-FFF2-40B4-BE49-F238E27FC236}">
                <a16:creationId xmlns:a16="http://schemas.microsoft.com/office/drawing/2014/main" id="{A2AC70FF-5DB5-B2F7-ACF3-FF0F71D2CD02}"/>
              </a:ext>
            </a:extLst>
          </p:cNvPr>
          <p:cNvGraphicFramePr>
            <a:graphicFrameLocks noGrp="1"/>
          </p:cNvGraphicFramePr>
          <p:nvPr>
            <p:extLst>
              <p:ext uri="{D42A27DB-BD31-4B8C-83A1-F6EECF244321}">
                <p14:modId xmlns:p14="http://schemas.microsoft.com/office/powerpoint/2010/main" val="2131562777"/>
              </p:ext>
            </p:extLst>
          </p:nvPr>
        </p:nvGraphicFramePr>
        <p:xfrm>
          <a:off x="7809251" y="5073390"/>
          <a:ext cx="3633894" cy="1614142"/>
        </p:xfrm>
        <a:graphic>
          <a:graphicData uri="http://schemas.openxmlformats.org/drawingml/2006/table">
            <a:tbl>
              <a:tblPr firstRow="1" bandRow="1">
                <a:tableStyleId>{073A0DAA-6AF3-43AB-8588-CEC1D06C72B9}</a:tableStyleId>
              </a:tblPr>
              <a:tblGrid>
                <a:gridCol w="964337">
                  <a:extLst>
                    <a:ext uri="{9D8B030D-6E8A-4147-A177-3AD203B41FA5}">
                      <a16:colId xmlns:a16="http://schemas.microsoft.com/office/drawing/2014/main" val="695802561"/>
                    </a:ext>
                  </a:extLst>
                </a:gridCol>
                <a:gridCol w="810073">
                  <a:extLst>
                    <a:ext uri="{9D8B030D-6E8A-4147-A177-3AD203B41FA5}">
                      <a16:colId xmlns:a16="http://schemas.microsoft.com/office/drawing/2014/main" val="1365768462"/>
                    </a:ext>
                  </a:extLst>
                </a:gridCol>
                <a:gridCol w="1073960">
                  <a:extLst>
                    <a:ext uri="{9D8B030D-6E8A-4147-A177-3AD203B41FA5}">
                      <a16:colId xmlns:a16="http://schemas.microsoft.com/office/drawing/2014/main" val="2451778137"/>
                    </a:ext>
                  </a:extLst>
                </a:gridCol>
                <a:gridCol w="785524">
                  <a:extLst>
                    <a:ext uri="{9D8B030D-6E8A-4147-A177-3AD203B41FA5}">
                      <a16:colId xmlns:a16="http://schemas.microsoft.com/office/drawing/2014/main" val="2388697948"/>
                    </a:ext>
                  </a:extLst>
                </a:gridCol>
              </a:tblGrid>
              <a:tr h="529453">
                <a:tc gridSpan="4">
                  <a:txBody>
                    <a:bodyPr/>
                    <a:lstStyle/>
                    <a:p>
                      <a:pPr algn="ctr"/>
                      <a:r>
                        <a:rPr lang="en-US"/>
                        <a:t>Airframe</a:t>
                      </a:r>
                    </a:p>
                  </a:txBody>
                  <a:tcPr anchor="ctr"/>
                </a:tc>
                <a:tc hMerge="1">
                  <a:txBody>
                    <a:bodyPr/>
                    <a:lstStyle/>
                    <a:p>
                      <a:pPr algn="ctr"/>
                      <a:endParaRPr lang="en-US"/>
                    </a:p>
                  </a:txBody>
                  <a:tcPr anchor="ctr"/>
                </a:tc>
                <a:tc hMerge="1">
                  <a:txBody>
                    <a:bodyPr/>
                    <a:lstStyle/>
                    <a:p>
                      <a:pPr algn="ctr"/>
                      <a:endParaRPr lang="en-US"/>
                    </a:p>
                  </a:txBody>
                  <a:tcPr anchor="ctr"/>
                </a:tc>
                <a:tc hMerge="1">
                  <a:txBody>
                    <a:bodyPr/>
                    <a:lstStyle/>
                    <a:p>
                      <a:pPr algn="ctr"/>
                      <a:endParaRPr lang="en-US"/>
                    </a:p>
                  </a:txBody>
                  <a:tcPr anchor="ctr"/>
                </a:tc>
                <a:extLst>
                  <a:ext uri="{0D108BD9-81ED-4DB2-BD59-A6C34878D82A}">
                    <a16:rowId xmlns:a16="http://schemas.microsoft.com/office/drawing/2014/main" val="766875242"/>
                  </a:ext>
                </a:extLst>
              </a:tr>
              <a:tr h="538604">
                <a:tc>
                  <a:txBody>
                    <a:bodyPr/>
                    <a:lstStyle/>
                    <a:p>
                      <a:pPr algn="ctr"/>
                      <a:r>
                        <a:rPr lang="en-US"/>
                        <a:t>K1</a:t>
                      </a:r>
                    </a:p>
                  </a:txBody>
                  <a:tcPr anchor="ctr"/>
                </a:tc>
                <a:tc>
                  <a:txBody>
                    <a:bodyPr/>
                    <a:lstStyle/>
                    <a:p>
                      <a:pPr algn="ctr"/>
                      <a:r>
                        <a:rPr lang="en-US"/>
                        <a:t>K2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a:solidFill>
                            <a:srgbClr val="000000"/>
                          </a:solidFill>
                          <a:effectLst/>
                          <a:latin typeface="Aptos Narrow" panose="020B0004020202020204" pitchFamily="34" charset="0"/>
                        </a:rPr>
                        <a:t>C</a:t>
                      </a:r>
                      <a:r>
                        <a:rPr lang="en-US" sz="1800" b="1" i="0" u="none" strike="noStrike" baseline="-25000">
                          <a:solidFill>
                            <a:srgbClr val="000000"/>
                          </a:solidFill>
                          <a:effectLst/>
                          <a:latin typeface="Aptos Narrow" panose="020B0004020202020204" pitchFamily="34" charset="0"/>
                        </a:rPr>
                        <a:t>D0</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u="none" strike="noStrike">
                          <a:solidFill>
                            <a:srgbClr val="000000"/>
                          </a:solidFill>
                          <a:effectLst/>
                          <a:latin typeface="Aptos Narrow" panose="020B0004020202020204" pitchFamily="34" charset="0"/>
                        </a:rPr>
                        <a:t>C</a:t>
                      </a:r>
                      <a:r>
                        <a:rPr lang="en-US" sz="1800" b="1" i="0" u="none" strike="noStrike" baseline="-25000">
                          <a:solidFill>
                            <a:srgbClr val="000000"/>
                          </a:solidFill>
                          <a:effectLst/>
                          <a:latin typeface="Aptos Narrow" panose="020B0004020202020204" pitchFamily="34" charset="0"/>
                        </a:rPr>
                        <a:t>DR</a:t>
                      </a:r>
                      <a:endParaRPr lang="en-US" sz="1800" b="1" i="0" u="none" strike="noStrike">
                        <a:solidFill>
                          <a:srgbClr val="000000"/>
                        </a:solidFill>
                        <a:effectLst/>
                        <a:latin typeface="Aptos Narrow" panose="020B0004020202020204" pitchFamily="34" charset="0"/>
                      </a:endParaRPr>
                    </a:p>
                  </a:txBody>
                  <a:tcPr anchor="ctr"/>
                </a:tc>
                <a:extLst>
                  <a:ext uri="{0D108BD9-81ED-4DB2-BD59-A6C34878D82A}">
                    <a16:rowId xmlns:a16="http://schemas.microsoft.com/office/drawing/2014/main" val="2258409467"/>
                  </a:ext>
                </a:extLst>
              </a:tr>
              <a:tr h="546085">
                <a:tc>
                  <a:txBody>
                    <a:bodyPr/>
                    <a:lstStyle/>
                    <a:p>
                      <a:pPr algn="ctr"/>
                      <a:r>
                        <a:rPr lang="en-US"/>
                        <a:t>0.18</a:t>
                      </a:r>
                    </a:p>
                  </a:txBody>
                  <a:tcPr anchor="ctr"/>
                </a:tc>
                <a:tc>
                  <a:txBody>
                    <a:bodyPr/>
                    <a:lstStyle/>
                    <a:p>
                      <a:pPr algn="ctr"/>
                      <a:r>
                        <a:rPr lang="en-US"/>
                        <a:t>0</a:t>
                      </a:r>
                    </a:p>
                  </a:txBody>
                  <a:tcPr anchor="ctr"/>
                </a:tc>
                <a:tc>
                  <a:txBody>
                    <a:bodyPr/>
                    <a:lstStyle/>
                    <a:p>
                      <a:pPr algn="ctr"/>
                      <a:r>
                        <a:rPr lang="en-US"/>
                        <a:t>0.014</a:t>
                      </a:r>
                    </a:p>
                  </a:txBody>
                  <a:tcPr anchor="ctr"/>
                </a:tc>
                <a:tc>
                  <a:txBody>
                    <a:bodyPr/>
                    <a:lstStyle/>
                    <a:p>
                      <a:pPr algn="ctr"/>
                      <a:r>
                        <a:rPr lang="en-US"/>
                        <a:t>0</a:t>
                      </a:r>
                    </a:p>
                  </a:txBody>
                  <a:tcPr anchor="ctr"/>
                </a:tc>
                <a:extLst>
                  <a:ext uri="{0D108BD9-81ED-4DB2-BD59-A6C34878D82A}">
                    <a16:rowId xmlns:a16="http://schemas.microsoft.com/office/drawing/2014/main" val="873155593"/>
                  </a:ext>
                </a:extLst>
              </a:tr>
            </a:tbl>
          </a:graphicData>
        </a:graphic>
      </p:graphicFrame>
      <p:sp>
        <p:nvSpPr>
          <p:cNvPr id="8" name="Content Placeholder 7">
            <a:extLst>
              <a:ext uri="{FF2B5EF4-FFF2-40B4-BE49-F238E27FC236}">
                <a16:creationId xmlns:a16="http://schemas.microsoft.com/office/drawing/2014/main" id="{31DCA2AF-ED30-7762-DA65-38964CEE0735}"/>
              </a:ext>
            </a:extLst>
          </p:cNvPr>
          <p:cNvSpPr>
            <a:spLocks noGrp="1"/>
          </p:cNvSpPr>
          <p:nvPr>
            <p:ph idx="1"/>
          </p:nvPr>
        </p:nvSpPr>
        <p:spPr>
          <a:xfrm>
            <a:off x="166495" y="3156906"/>
            <a:ext cx="10268712" cy="3593592"/>
          </a:xfrm>
        </p:spPr>
        <p:txBody>
          <a:bodyPr/>
          <a:lstStyle/>
          <a:p>
            <a:pPr marL="457200" indent="-457200">
              <a:buFont typeface="Arial" panose="020B0604020202020204" pitchFamily="34" charset="0"/>
              <a:buChar char="•"/>
            </a:pPr>
            <a:r>
              <a:rPr lang="en-US" b="1"/>
              <a:t>Max Climb Rate:</a:t>
            </a:r>
          </a:p>
          <a:p>
            <a:pPr marL="731520" lvl="1" indent="-457200">
              <a:buFont typeface="Arial" panose="020B0604020202020204" pitchFamily="34" charset="0"/>
              <a:buChar char="•"/>
            </a:pPr>
            <a:r>
              <a:rPr lang="en-US"/>
              <a:t>23,367 ft/min at M = 0.800, h = 0 ft</a:t>
            </a:r>
          </a:p>
          <a:p>
            <a:pPr lvl="1" indent="0">
              <a:buNone/>
            </a:pPr>
            <a:endParaRPr lang="en-US"/>
          </a:p>
          <a:p>
            <a:pPr marL="457200" indent="-457200">
              <a:buFont typeface="Arial" panose="020B0604020202020204" pitchFamily="34" charset="0"/>
              <a:buChar char="•"/>
            </a:pPr>
            <a:r>
              <a:rPr lang="en-US" b="1"/>
              <a:t>Acceleration:</a:t>
            </a:r>
          </a:p>
          <a:p>
            <a:pPr marL="731520" lvl="1" indent="-457200">
              <a:buFont typeface="Arial" panose="020B0604020202020204" pitchFamily="34" charset="0"/>
              <a:buChar char="•"/>
            </a:pPr>
            <a:r>
              <a:rPr lang="en-US"/>
              <a:t>4.355 m/s² (0.444 g) at M = 0.487, h = 0 ft</a:t>
            </a:r>
          </a:p>
        </p:txBody>
      </p:sp>
      <p:graphicFrame>
        <p:nvGraphicFramePr>
          <p:cNvPr id="11" name="Content Placeholder 5">
            <a:extLst>
              <a:ext uri="{FF2B5EF4-FFF2-40B4-BE49-F238E27FC236}">
                <a16:creationId xmlns:a16="http://schemas.microsoft.com/office/drawing/2014/main" id="{9316B274-D959-A636-D447-387FDE5A9A8B}"/>
              </a:ext>
            </a:extLst>
          </p:cNvPr>
          <p:cNvGraphicFramePr>
            <a:graphicFrameLocks/>
          </p:cNvGraphicFramePr>
          <p:nvPr>
            <p:extLst>
              <p:ext uri="{D42A27DB-BD31-4B8C-83A1-F6EECF244321}">
                <p14:modId xmlns:p14="http://schemas.microsoft.com/office/powerpoint/2010/main" val="2794164060"/>
              </p:ext>
            </p:extLst>
          </p:nvPr>
        </p:nvGraphicFramePr>
        <p:xfrm>
          <a:off x="7338913" y="2300512"/>
          <a:ext cx="4574569" cy="2709912"/>
        </p:xfrm>
        <a:graphic>
          <a:graphicData uri="http://schemas.openxmlformats.org/drawingml/2006/table">
            <a:tbl>
              <a:tblPr firstRow="1" bandRow="1">
                <a:tableStyleId>{073A0DAA-6AF3-43AB-8588-CEC1D06C72B9}</a:tableStyleId>
              </a:tblPr>
              <a:tblGrid>
                <a:gridCol w="2017106">
                  <a:extLst>
                    <a:ext uri="{9D8B030D-6E8A-4147-A177-3AD203B41FA5}">
                      <a16:colId xmlns:a16="http://schemas.microsoft.com/office/drawing/2014/main" val="2449498184"/>
                    </a:ext>
                  </a:extLst>
                </a:gridCol>
                <a:gridCol w="2557463">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Values</a:t>
                      </a:r>
                    </a:p>
                  </a:txBody>
                  <a:tcPr anchor="ctr"/>
                </a:tc>
                <a:extLst>
                  <a:ext uri="{0D108BD9-81ED-4DB2-BD59-A6C34878D82A}">
                    <a16:rowId xmlns:a16="http://schemas.microsoft.com/office/drawing/2014/main" val="3699925876"/>
                  </a:ext>
                </a:extLst>
              </a:tr>
              <a:tr h="677478">
                <a:tc>
                  <a:txBody>
                    <a:bodyPr/>
                    <a:lstStyle/>
                    <a:p>
                      <a:pPr algn="ctr"/>
                      <a:r>
                        <a:rPr lang="en-US"/>
                        <a:t>Thrust</a:t>
                      </a:r>
                    </a:p>
                  </a:txBody>
                  <a:tcPr anchor="ctr"/>
                </a:tc>
                <a:tc>
                  <a:txBody>
                    <a:bodyPr/>
                    <a:lstStyle/>
                    <a:p>
                      <a:pPr algn="ctr"/>
                      <a:r>
                        <a:rPr lang="en-US"/>
                        <a:t>1371.3 lbf</a:t>
                      </a:r>
                    </a:p>
                    <a:p>
                      <a:pPr algn="ctr"/>
                      <a:r>
                        <a:rPr lang="en-US"/>
                        <a:t>(6.10 kN)</a:t>
                      </a:r>
                    </a:p>
                  </a:txBody>
                  <a:tcPr anchor="ctr"/>
                </a:tc>
                <a:extLst>
                  <a:ext uri="{0D108BD9-81ED-4DB2-BD59-A6C34878D82A}">
                    <a16:rowId xmlns:a16="http://schemas.microsoft.com/office/drawing/2014/main" val="2262951218"/>
                  </a:ext>
                </a:extLst>
              </a:tr>
              <a:tr h="677478">
                <a:tc>
                  <a:txBody>
                    <a:bodyPr/>
                    <a:lstStyle/>
                    <a:p>
                      <a:pPr algn="ctr"/>
                      <a:r>
                        <a:rPr lang="en-US"/>
                        <a:t>Specific Thrust</a:t>
                      </a:r>
                    </a:p>
                  </a:txBody>
                  <a:tcPr anchor="ctr"/>
                </a:tc>
                <a:tc>
                  <a:txBody>
                    <a:bodyPr/>
                    <a:lstStyle/>
                    <a:p>
                      <a:pPr algn="ctr"/>
                      <a:r>
                        <a:rPr lang="en-US"/>
                        <a:t>1362.5 ft/s</a:t>
                      </a:r>
                    </a:p>
                    <a:p>
                      <a:pPr algn="ctr"/>
                      <a:r>
                        <a:rPr lang="en-US"/>
                        <a:t>(415.28 m/s)</a:t>
                      </a:r>
                    </a:p>
                  </a:txBody>
                  <a:tcPr anchor="ctr"/>
                </a:tc>
                <a:extLst>
                  <a:ext uri="{0D108BD9-81ED-4DB2-BD59-A6C34878D82A}">
                    <a16:rowId xmlns:a16="http://schemas.microsoft.com/office/drawing/2014/main" val="2243959941"/>
                  </a:ext>
                </a:extLst>
              </a:tr>
              <a:tr h="677478">
                <a:tc>
                  <a:txBody>
                    <a:bodyPr/>
                    <a:lstStyle/>
                    <a:p>
                      <a:pPr algn="ctr"/>
                      <a:r>
                        <a:rPr lang="en-US"/>
                        <a:t>TSFC</a:t>
                      </a:r>
                    </a:p>
                  </a:txBody>
                  <a:tcPr anchor="ctr"/>
                </a:tc>
                <a:tc>
                  <a:txBody>
                    <a:bodyPr/>
                    <a:lstStyle/>
                    <a:p>
                      <a:pPr algn="ctr"/>
                      <a:r>
                        <a:rPr lang="en-US"/>
                        <a:t>0.758 (</a:t>
                      </a:r>
                      <a:r>
                        <a:rPr lang="en-US" err="1"/>
                        <a:t>lbm</a:t>
                      </a:r>
                      <a:r>
                        <a:rPr lang="en-US"/>
                        <a:t>/</a:t>
                      </a:r>
                      <a:r>
                        <a:rPr lang="en-US" err="1"/>
                        <a:t>hr</a:t>
                      </a:r>
                      <a:r>
                        <a:rPr lang="en-US"/>
                        <a:t>)/lbf</a:t>
                      </a:r>
                    </a:p>
                    <a:p>
                      <a:pPr algn="ctr"/>
                      <a:r>
                        <a:rPr lang="en-US"/>
                        <a:t>(21.46 g/(</a:t>
                      </a:r>
                      <a:r>
                        <a:rPr lang="en-US" err="1"/>
                        <a:t>kN</a:t>
                      </a:r>
                      <a:r>
                        <a:rPr lang="en-US"/>
                        <a:t>*s))</a:t>
                      </a:r>
                    </a:p>
                  </a:txBody>
                  <a:tcPr anchor="ctr"/>
                </a:tc>
                <a:extLst>
                  <a:ext uri="{0D108BD9-81ED-4DB2-BD59-A6C34878D82A}">
                    <a16:rowId xmlns:a16="http://schemas.microsoft.com/office/drawing/2014/main" val="3480455362"/>
                  </a:ext>
                </a:extLst>
              </a:tr>
            </a:tbl>
          </a:graphicData>
        </a:graphic>
      </p:graphicFrame>
    </p:spTree>
    <p:extLst>
      <p:ext uri="{BB962C8B-B14F-4D97-AF65-F5344CB8AC3E}">
        <p14:creationId xmlns:p14="http://schemas.microsoft.com/office/powerpoint/2010/main" val="3287219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66FC8-56BE-B5ED-DB58-5FE12BB6D4F2}"/>
              </a:ext>
            </a:extLst>
          </p:cNvPr>
          <p:cNvSpPr>
            <a:spLocks noGrp="1"/>
          </p:cNvSpPr>
          <p:nvPr>
            <p:ph type="title"/>
          </p:nvPr>
        </p:nvSpPr>
        <p:spPr/>
        <p:txBody>
          <a:bodyPr>
            <a:normAutofit fontScale="90000"/>
          </a:bodyPr>
          <a:lstStyle/>
          <a:p>
            <a:r>
              <a:rPr lang="en-US"/>
              <a:t>Performance Specifications</a:t>
            </a:r>
          </a:p>
        </p:txBody>
      </p:sp>
      <p:sp>
        <p:nvSpPr>
          <p:cNvPr id="3" name="Content Placeholder 2">
            <a:extLst>
              <a:ext uri="{FF2B5EF4-FFF2-40B4-BE49-F238E27FC236}">
                <a16:creationId xmlns:a16="http://schemas.microsoft.com/office/drawing/2014/main" id="{34DB9E3A-74A7-C326-2DD0-52613419E7F7}"/>
              </a:ext>
            </a:extLst>
          </p:cNvPr>
          <p:cNvSpPr>
            <a:spLocks noGrp="1"/>
          </p:cNvSpPr>
          <p:nvPr>
            <p:ph idx="1"/>
          </p:nvPr>
        </p:nvSpPr>
        <p:spPr/>
        <p:txBody>
          <a:bodyPr/>
          <a:lstStyle/>
          <a:p>
            <a:r>
              <a:rPr lang="en-US"/>
              <a:t>TOGW: 13585 </a:t>
            </a:r>
            <a:r>
              <a:rPr lang="en-US" err="1"/>
              <a:t>lb</a:t>
            </a:r>
            <a:endParaRPr lang="en-US"/>
          </a:p>
        </p:txBody>
      </p:sp>
      <p:graphicFrame>
        <p:nvGraphicFramePr>
          <p:cNvPr id="4" name="Chart 3">
            <a:extLst>
              <a:ext uri="{FF2B5EF4-FFF2-40B4-BE49-F238E27FC236}">
                <a16:creationId xmlns:a16="http://schemas.microsoft.com/office/drawing/2014/main" id="{70F416BB-4E2B-60C4-FEBE-8EC8C106398D}"/>
              </a:ext>
            </a:extLst>
          </p:cNvPr>
          <p:cNvGraphicFramePr>
            <a:graphicFrameLocks/>
          </p:cNvGraphicFramePr>
          <p:nvPr>
            <p:extLst>
              <p:ext uri="{D42A27DB-BD31-4B8C-83A1-F6EECF244321}">
                <p14:modId xmlns:p14="http://schemas.microsoft.com/office/powerpoint/2010/main" val="2948317380"/>
              </p:ext>
            </p:extLst>
          </p:nvPr>
        </p:nvGraphicFramePr>
        <p:xfrm>
          <a:off x="1539438" y="2964913"/>
          <a:ext cx="9110075" cy="37855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03846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FE3B1-A52D-1DF6-7119-EC880486EBA2}"/>
              </a:ext>
            </a:extLst>
          </p:cNvPr>
          <p:cNvSpPr>
            <a:spLocks noGrp="1"/>
          </p:cNvSpPr>
          <p:nvPr>
            <p:ph type="title"/>
          </p:nvPr>
        </p:nvSpPr>
        <p:spPr/>
        <p:txBody>
          <a:bodyPr>
            <a:normAutofit fontScale="90000"/>
          </a:bodyPr>
          <a:lstStyle/>
          <a:p>
            <a:r>
              <a:rPr lang="en-US"/>
              <a:t>Performance Specifications</a:t>
            </a:r>
          </a:p>
        </p:txBody>
      </p:sp>
      <p:pic>
        <p:nvPicPr>
          <p:cNvPr id="5" name="Content Placeholder 4">
            <a:extLst>
              <a:ext uri="{FF2B5EF4-FFF2-40B4-BE49-F238E27FC236}">
                <a16:creationId xmlns:a16="http://schemas.microsoft.com/office/drawing/2014/main" id="{263AFAEF-66D5-AF95-4943-207AA780A8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507" y="3043908"/>
            <a:ext cx="3411591" cy="2558694"/>
          </a:xfrm>
          <a:prstGeom prst="rect">
            <a:avLst/>
          </a:prstGeom>
        </p:spPr>
      </p:pic>
      <p:pic>
        <p:nvPicPr>
          <p:cNvPr id="13" name="Picture 12">
            <a:extLst>
              <a:ext uri="{FF2B5EF4-FFF2-40B4-BE49-F238E27FC236}">
                <a16:creationId xmlns:a16="http://schemas.microsoft.com/office/drawing/2014/main" id="{EB1180DB-6C2D-5CD7-6134-2D1AF8C43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5572" y="3043908"/>
            <a:ext cx="3411593" cy="2558694"/>
          </a:xfrm>
          <a:prstGeom prst="rect">
            <a:avLst/>
          </a:prstGeom>
        </p:spPr>
      </p:pic>
      <p:pic>
        <p:nvPicPr>
          <p:cNvPr id="17" name="Picture 16">
            <a:extLst>
              <a:ext uri="{FF2B5EF4-FFF2-40B4-BE49-F238E27FC236}">
                <a16:creationId xmlns:a16="http://schemas.microsoft.com/office/drawing/2014/main" id="{B0B8D91F-8185-33DE-69C6-C9902F7584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8340" y="3043908"/>
            <a:ext cx="3411592" cy="2558694"/>
          </a:xfrm>
          <a:prstGeom prst="rect">
            <a:avLst/>
          </a:prstGeom>
        </p:spPr>
      </p:pic>
      <p:pic>
        <p:nvPicPr>
          <p:cNvPr id="19" name="Picture 18">
            <a:extLst>
              <a:ext uri="{FF2B5EF4-FFF2-40B4-BE49-F238E27FC236}">
                <a16:creationId xmlns:a16="http://schemas.microsoft.com/office/drawing/2014/main" id="{097E46CE-07F2-0830-9550-0B0F1F3CD0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5581" y="3043909"/>
            <a:ext cx="3411592" cy="2558694"/>
          </a:xfrm>
          <a:prstGeom prst="rect">
            <a:avLst/>
          </a:prstGeom>
        </p:spPr>
      </p:pic>
    </p:spTree>
    <p:extLst>
      <p:ext uri="{BB962C8B-B14F-4D97-AF65-F5344CB8AC3E}">
        <p14:creationId xmlns:p14="http://schemas.microsoft.com/office/powerpoint/2010/main" val="1559635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4048-24A3-CAB0-FDF2-29D83809AECC}"/>
              </a:ext>
            </a:extLst>
          </p:cNvPr>
          <p:cNvSpPr>
            <a:spLocks noGrp="1"/>
          </p:cNvSpPr>
          <p:nvPr>
            <p:ph type="title"/>
          </p:nvPr>
        </p:nvSpPr>
        <p:spPr/>
        <p:txBody>
          <a:bodyPr/>
          <a:lstStyle/>
          <a:p>
            <a:r>
              <a:rPr lang="en-US"/>
              <a:t>Engine Sizing</a:t>
            </a:r>
          </a:p>
        </p:txBody>
      </p:sp>
    </p:spTree>
    <p:extLst>
      <p:ext uri="{BB962C8B-B14F-4D97-AF65-F5344CB8AC3E}">
        <p14:creationId xmlns:p14="http://schemas.microsoft.com/office/powerpoint/2010/main" val="4039593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88E07-007C-26C7-A835-93B50CB2CE52}"/>
              </a:ext>
            </a:extLst>
          </p:cNvPr>
          <p:cNvSpPr>
            <a:spLocks noGrp="1"/>
          </p:cNvSpPr>
          <p:nvPr>
            <p:ph type="title"/>
          </p:nvPr>
        </p:nvSpPr>
        <p:spPr/>
        <p:txBody>
          <a:bodyPr/>
          <a:lstStyle/>
          <a:p>
            <a:r>
              <a:rPr lang="en-US"/>
              <a:t>Space Claim</a:t>
            </a:r>
          </a:p>
        </p:txBody>
      </p:sp>
      <p:graphicFrame>
        <p:nvGraphicFramePr>
          <p:cNvPr id="5" name="Table 4">
            <a:extLst>
              <a:ext uri="{FF2B5EF4-FFF2-40B4-BE49-F238E27FC236}">
                <a16:creationId xmlns:a16="http://schemas.microsoft.com/office/drawing/2014/main" id="{423A5AF5-7E6D-F4F8-0B1C-AD708AA9C7AC}"/>
              </a:ext>
            </a:extLst>
          </p:cNvPr>
          <p:cNvGraphicFramePr>
            <a:graphicFrameLocks noGrp="1"/>
          </p:cNvGraphicFramePr>
          <p:nvPr>
            <p:extLst>
              <p:ext uri="{D42A27DB-BD31-4B8C-83A1-F6EECF244321}">
                <p14:modId xmlns:p14="http://schemas.microsoft.com/office/powerpoint/2010/main" val="2464688967"/>
              </p:ext>
            </p:extLst>
          </p:nvPr>
        </p:nvGraphicFramePr>
        <p:xfrm>
          <a:off x="2569497" y="3423037"/>
          <a:ext cx="7053006" cy="2200524"/>
        </p:xfrm>
        <a:graphic>
          <a:graphicData uri="http://schemas.openxmlformats.org/drawingml/2006/table">
            <a:tbl>
              <a:tblPr firstRow="1" bandRow="1">
                <a:tableStyleId>{073A0DAA-6AF3-43AB-8588-CEC1D06C72B9}</a:tableStyleId>
              </a:tblPr>
              <a:tblGrid>
                <a:gridCol w="2921430">
                  <a:extLst>
                    <a:ext uri="{9D8B030D-6E8A-4147-A177-3AD203B41FA5}">
                      <a16:colId xmlns:a16="http://schemas.microsoft.com/office/drawing/2014/main" val="71682432"/>
                    </a:ext>
                  </a:extLst>
                </a:gridCol>
                <a:gridCol w="2065788">
                  <a:extLst>
                    <a:ext uri="{9D8B030D-6E8A-4147-A177-3AD203B41FA5}">
                      <a16:colId xmlns:a16="http://schemas.microsoft.com/office/drawing/2014/main" val="2372114183"/>
                    </a:ext>
                  </a:extLst>
                </a:gridCol>
                <a:gridCol w="2065788">
                  <a:extLst>
                    <a:ext uri="{9D8B030D-6E8A-4147-A177-3AD203B41FA5}">
                      <a16:colId xmlns:a16="http://schemas.microsoft.com/office/drawing/2014/main" val="2402709903"/>
                    </a:ext>
                  </a:extLst>
                </a:gridCol>
              </a:tblGrid>
              <a:tr h="550131">
                <a:tc>
                  <a:txBody>
                    <a:bodyPr/>
                    <a:lstStyle/>
                    <a:p>
                      <a:pPr algn="ctr"/>
                      <a:r>
                        <a:rPr lang="en-US" sz="2000"/>
                        <a:t>Parameter</a:t>
                      </a:r>
                    </a:p>
                  </a:txBody>
                  <a:tcPr anchor="ctr"/>
                </a:tc>
                <a:tc>
                  <a:txBody>
                    <a:bodyPr/>
                    <a:lstStyle/>
                    <a:p>
                      <a:pPr algn="ctr"/>
                      <a:r>
                        <a:rPr lang="en-US" sz="2000"/>
                        <a:t>Value</a:t>
                      </a:r>
                    </a:p>
                  </a:txBody>
                  <a:tcPr anchor="ctr"/>
                </a:tc>
                <a:tc>
                  <a:txBody>
                    <a:bodyPr/>
                    <a:lstStyle/>
                    <a:p>
                      <a:pPr algn="ctr"/>
                      <a:r>
                        <a:rPr lang="en-US" sz="2000"/>
                        <a:t>Value</a:t>
                      </a:r>
                    </a:p>
                  </a:txBody>
                  <a:tcPr anchor="ctr"/>
                </a:tc>
                <a:extLst>
                  <a:ext uri="{0D108BD9-81ED-4DB2-BD59-A6C34878D82A}">
                    <a16:rowId xmlns:a16="http://schemas.microsoft.com/office/drawing/2014/main" val="2149510942"/>
                  </a:ext>
                </a:extLst>
              </a:tr>
              <a:tr h="550131">
                <a:tc>
                  <a:txBody>
                    <a:bodyPr/>
                    <a:lstStyle/>
                    <a:p>
                      <a:pPr algn="ctr"/>
                      <a:r>
                        <a:rPr lang="en-US" sz="2000"/>
                        <a:t>Overall space claim</a:t>
                      </a:r>
                    </a:p>
                  </a:txBody>
                  <a:tcPr anchor="ctr"/>
                </a:tc>
                <a:tc>
                  <a:txBody>
                    <a:bodyPr/>
                    <a:lstStyle/>
                    <a:p>
                      <a:pPr algn="ctr"/>
                      <a:r>
                        <a:rPr lang="en-US" sz="2000"/>
                        <a:t>30.23 in</a:t>
                      </a:r>
                    </a:p>
                  </a:txBody>
                  <a:tcPr anchor="ctr"/>
                </a:tc>
                <a:tc>
                  <a:txBody>
                    <a:bodyPr/>
                    <a:lstStyle/>
                    <a:p>
                      <a:pPr algn="ctr"/>
                      <a:r>
                        <a:rPr lang="en-US" sz="2000"/>
                        <a:t>0.768 m</a:t>
                      </a:r>
                    </a:p>
                  </a:txBody>
                  <a:tcPr anchor="ctr"/>
                </a:tc>
                <a:extLst>
                  <a:ext uri="{0D108BD9-81ED-4DB2-BD59-A6C34878D82A}">
                    <a16:rowId xmlns:a16="http://schemas.microsoft.com/office/drawing/2014/main" val="3836135339"/>
                  </a:ext>
                </a:extLst>
              </a:tr>
              <a:tr h="550131">
                <a:tc>
                  <a:txBody>
                    <a:bodyPr/>
                    <a:lstStyle/>
                    <a:p>
                      <a:pPr algn="ctr"/>
                      <a:r>
                        <a:rPr lang="en-US" sz="2000"/>
                        <a:t>Length</a:t>
                      </a:r>
                    </a:p>
                  </a:txBody>
                  <a:tcPr anchor="ctr"/>
                </a:tc>
                <a:tc>
                  <a:txBody>
                    <a:bodyPr/>
                    <a:lstStyle/>
                    <a:p>
                      <a:pPr algn="ctr"/>
                      <a:r>
                        <a:rPr lang="en-US" sz="2000"/>
                        <a:t>137.05 in</a:t>
                      </a:r>
                    </a:p>
                  </a:txBody>
                  <a:tcPr anchor="ctr"/>
                </a:tc>
                <a:tc>
                  <a:txBody>
                    <a:bodyPr/>
                    <a:lstStyle/>
                    <a:p>
                      <a:pPr algn="ctr"/>
                      <a:r>
                        <a:rPr lang="en-US" sz="2000"/>
                        <a:t>3.481 m</a:t>
                      </a:r>
                    </a:p>
                  </a:txBody>
                  <a:tcPr anchor="ctr"/>
                </a:tc>
                <a:extLst>
                  <a:ext uri="{0D108BD9-81ED-4DB2-BD59-A6C34878D82A}">
                    <a16:rowId xmlns:a16="http://schemas.microsoft.com/office/drawing/2014/main" val="1251404553"/>
                  </a:ext>
                </a:extLst>
              </a:tr>
              <a:tr h="550131">
                <a:tc>
                  <a:txBody>
                    <a:bodyPr/>
                    <a:lstStyle/>
                    <a:p>
                      <a:pPr algn="ctr"/>
                      <a:r>
                        <a:rPr lang="en-US" sz="2000"/>
                        <a:t>Expected Weight</a:t>
                      </a:r>
                    </a:p>
                  </a:txBody>
                  <a:tcPr anchor="ctr"/>
                </a:tc>
                <a:tc>
                  <a:txBody>
                    <a:bodyPr/>
                    <a:lstStyle/>
                    <a:p>
                      <a:pPr algn="ctr"/>
                      <a:r>
                        <a:rPr lang="en-US" sz="2000"/>
                        <a:t>1914.6 lb</a:t>
                      </a:r>
                    </a:p>
                  </a:txBody>
                  <a:tcPr anchor="ctr"/>
                </a:tc>
                <a:tc>
                  <a:txBody>
                    <a:bodyPr/>
                    <a:lstStyle/>
                    <a:p>
                      <a:pPr algn="ctr"/>
                      <a:r>
                        <a:rPr lang="en-US" sz="2000"/>
                        <a:t>868.5 kg</a:t>
                      </a:r>
                    </a:p>
                  </a:txBody>
                  <a:tcPr anchor="ctr"/>
                </a:tc>
                <a:extLst>
                  <a:ext uri="{0D108BD9-81ED-4DB2-BD59-A6C34878D82A}">
                    <a16:rowId xmlns:a16="http://schemas.microsoft.com/office/drawing/2014/main" val="444034526"/>
                  </a:ext>
                </a:extLst>
              </a:tr>
            </a:tbl>
          </a:graphicData>
        </a:graphic>
      </p:graphicFrame>
    </p:spTree>
    <p:extLst>
      <p:ext uri="{BB962C8B-B14F-4D97-AF65-F5344CB8AC3E}">
        <p14:creationId xmlns:p14="http://schemas.microsoft.com/office/powerpoint/2010/main" val="2453726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7930B-4ABF-62EE-A4F6-32FECB741223}"/>
              </a:ext>
            </a:extLst>
          </p:cNvPr>
          <p:cNvSpPr>
            <a:spLocks noGrp="1"/>
          </p:cNvSpPr>
          <p:nvPr>
            <p:ph type="title"/>
          </p:nvPr>
        </p:nvSpPr>
        <p:spPr/>
        <p:txBody>
          <a:bodyPr/>
          <a:lstStyle/>
          <a:p>
            <a:r>
              <a:rPr lang="en-US"/>
              <a:t>intake </a:t>
            </a:r>
          </a:p>
        </p:txBody>
      </p:sp>
      <p:graphicFrame>
        <p:nvGraphicFramePr>
          <p:cNvPr id="4" name="Table 3">
            <a:extLst>
              <a:ext uri="{FF2B5EF4-FFF2-40B4-BE49-F238E27FC236}">
                <a16:creationId xmlns:a16="http://schemas.microsoft.com/office/drawing/2014/main" id="{2CA81FBB-EC35-DD37-A6B0-FEF71A840B18}"/>
              </a:ext>
            </a:extLst>
          </p:cNvPr>
          <p:cNvGraphicFramePr>
            <a:graphicFrameLocks noGrp="1"/>
          </p:cNvGraphicFramePr>
          <p:nvPr>
            <p:extLst>
              <p:ext uri="{D42A27DB-BD31-4B8C-83A1-F6EECF244321}">
                <p14:modId xmlns:p14="http://schemas.microsoft.com/office/powerpoint/2010/main" val="718013640"/>
              </p:ext>
            </p:extLst>
          </p:nvPr>
        </p:nvGraphicFramePr>
        <p:xfrm>
          <a:off x="1953879" y="2327010"/>
          <a:ext cx="8281194" cy="4399280"/>
        </p:xfrm>
        <a:graphic>
          <a:graphicData uri="http://schemas.openxmlformats.org/drawingml/2006/table">
            <a:tbl>
              <a:tblPr firstRow="1" bandRow="1">
                <a:tableStyleId>{073A0DAA-6AF3-43AB-8588-CEC1D06C72B9}</a:tableStyleId>
              </a:tblPr>
              <a:tblGrid>
                <a:gridCol w="4217194">
                  <a:extLst>
                    <a:ext uri="{9D8B030D-6E8A-4147-A177-3AD203B41FA5}">
                      <a16:colId xmlns:a16="http://schemas.microsoft.com/office/drawing/2014/main" val="382285061"/>
                    </a:ext>
                  </a:extLst>
                </a:gridCol>
                <a:gridCol w="4064000">
                  <a:extLst>
                    <a:ext uri="{9D8B030D-6E8A-4147-A177-3AD203B41FA5}">
                      <a16:colId xmlns:a16="http://schemas.microsoft.com/office/drawing/2014/main" val="3915638380"/>
                    </a:ext>
                  </a:extLst>
                </a:gridCol>
              </a:tblGrid>
              <a:tr h="370840">
                <a:tc>
                  <a:txBody>
                    <a:bodyPr/>
                    <a:lstStyle/>
                    <a:p>
                      <a:pPr algn="ctr"/>
                      <a:r>
                        <a:rPr lang="en-US" sz="1600"/>
                        <a:t>Parameter</a:t>
                      </a:r>
                    </a:p>
                  </a:txBody>
                  <a:tcPr anchor="ctr"/>
                </a:tc>
                <a:tc>
                  <a:txBody>
                    <a:bodyPr/>
                    <a:lstStyle/>
                    <a:p>
                      <a:pPr algn="ctr"/>
                      <a:r>
                        <a:rPr lang="en-US" sz="1600"/>
                        <a:t>Value</a:t>
                      </a:r>
                    </a:p>
                  </a:txBody>
                  <a:tcPr anchor="ctr"/>
                </a:tc>
                <a:extLst>
                  <a:ext uri="{0D108BD9-81ED-4DB2-BD59-A6C34878D82A}">
                    <a16:rowId xmlns:a16="http://schemas.microsoft.com/office/drawing/2014/main" val="3924499835"/>
                  </a:ext>
                </a:extLst>
              </a:tr>
              <a:tr h="370840">
                <a:tc>
                  <a:txBody>
                    <a:bodyPr/>
                    <a:lstStyle/>
                    <a:p>
                      <a:pPr algn="ctr"/>
                      <a:r>
                        <a:rPr lang="en-US" sz="1600"/>
                        <a:t>A1 Area</a:t>
                      </a:r>
                    </a:p>
                  </a:txBody>
                  <a:tcPr anchor="ctr"/>
                </a:tc>
                <a:tc>
                  <a:txBody>
                    <a:bodyPr/>
                    <a:lstStyle/>
                    <a:p>
                      <a:pPr algn="ctr"/>
                      <a:r>
                        <a:rPr lang="en-US" sz="1600"/>
                        <a:t>418.5 </a:t>
                      </a:r>
                      <a:r>
                        <a:rPr lang="en-US" sz="1800" b="0" i="0" kern="1200">
                          <a:solidFill>
                            <a:schemeClr val="dk1"/>
                          </a:solidFill>
                          <a:effectLst/>
                          <a:latin typeface="+mn-lt"/>
                          <a:ea typeface="+mn-ea"/>
                          <a:cs typeface="+mn-cs"/>
                        </a:rPr>
                        <a:t>in</a:t>
                      </a:r>
                      <a:r>
                        <a:rPr lang="en-US" sz="1800" b="0" i="0" kern="1200" baseline="30000">
                          <a:solidFill>
                            <a:schemeClr val="dk1"/>
                          </a:solidFill>
                          <a:effectLst/>
                          <a:latin typeface="+mn-lt"/>
                          <a:ea typeface="+mn-ea"/>
                          <a:cs typeface="+mn-cs"/>
                        </a:rPr>
                        <a:t>2</a:t>
                      </a:r>
                      <a:endParaRPr lang="en-US" sz="1600"/>
                    </a:p>
                    <a:p>
                      <a:pPr algn="ctr"/>
                      <a:r>
                        <a:rPr lang="en-US" sz="1600"/>
                        <a:t>(0.27 </a:t>
                      </a:r>
                      <a:r>
                        <a:rPr lang="en-US" sz="1800" b="0" i="0" kern="1200">
                          <a:solidFill>
                            <a:schemeClr val="dk1"/>
                          </a:solidFill>
                          <a:effectLst/>
                          <a:latin typeface="+mn-lt"/>
                          <a:ea typeface="+mn-ea"/>
                          <a:cs typeface="+mn-cs"/>
                        </a:rPr>
                        <a:t>m</a:t>
                      </a:r>
                      <a:r>
                        <a:rPr lang="en-US" sz="1800" b="0" i="0" kern="1200" baseline="30000">
                          <a:solidFill>
                            <a:schemeClr val="dk1"/>
                          </a:solidFill>
                          <a:effectLst/>
                          <a:latin typeface="+mn-lt"/>
                          <a:ea typeface="+mn-ea"/>
                          <a:cs typeface="+mn-cs"/>
                        </a:rPr>
                        <a:t>2</a:t>
                      </a:r>
                      <a:r>
                        <a:rPr lang="en-US" sz="1600"/>
                        <a:t>)</a:t>
                      </a:r>
                    </a:p>
                  </a:txBody>
                  <a:tcPr anchor="ctr"/>
                </a:tc>
                <a:extLst>
                  <a:ext uri="{0D108BD9-81ED-4DB2-BD59-A6C34878D82A}">
                    <a16:rowId xmlns:a16="http://schemas.microsoft.com/office/drawing/2014/main" val="3446375490"/>
                  </a:ext>
                </a:extLst>
              </a:tr>
              <a:tr h="370840">
                <a:tc>
                  <a:txBody>
                    <a:bodyPr/>
                    <a:lstStyle/>
                    <a:p>
                      <a:pPr algn="ctr"/>
                      <a:r>
                        <a:rPr lang="en-US" sz="1600"/>
                        <a:t>A2 Area</a:t>
                      </a:r>
                    </a:p>
                  </a:txBody>
                  <a:tcPr anchor="ctr"/>
                </a:tc>
                <a:tc>
                  <a:txBody>
                    <a:bodyPr/>
                    <a:lstStyle/>
                    <a:p>
                      <a:pPr algn="ctr"/>
                      <a:r>
                        <a:rPr lang="en-US" sz="1600"/>
                        <a:t>573.5 </a:t>
                      </a:r>
                      <a:r>
                        <a:rPr lang="en-US" sz="1800" b="0" i="0" kern="1200">
                          <a:solidFill>
                            <a:schemeClr val="dk1"/>
                          </a:solidFill>
                          <a:effectLst/>
                          <a:latin typeface="+mn-lt"/>
                          <a:ea typeface="+mn-ea"/>
                          <a:cs typeface="+mn-cs"/>
                        </a:rPr>
                        <a:t>in</a:t>
                      </a:r>
                      <a:r>
                        <a:rPr lang="en-US" sz="1800" b="0" i="0" kern="1200" baseline="30000">
                          <a:solidFill>
                            <a:schemeClr val="dk1"/>
                          </a:solidFill>
                          <a:effectLst/>
                          <a:latin typeface="+mn-lt"/>
                          <a:ea typeface="+mn-ea"/>
                          <a:cs typeface="+mn-cs"/>
                        </a:rPr>
                        <a:t>2</a:t>
                      </a:r>
                      <a:endParaRPr lang="en-US" sz="1600"/>
                    </a:p>
                    <a:p>
                      <a:pPr algn="ctr"/>
                      <a:r>
                        <a:rPr lang="en-US" sz="1600"/>
                        <a:t>(0.37 </a:t>
                      </a:r>
                      <a:r>
                        <a:rPr lang="en-US" sz="1800" b="0" i="0" kern="1200">
                          <a:solidFill>
                            <a:schemeClr val="dk1"/>
                          </a:solidFill>
                          <a:effectLst/>
                          <a:latin typeface="+mn-lt"/>
                          <a:ea typeface="+mn-ea"/>
                          <a:cs typeface="+mn-cs"/>
                        </a:rPr>
                        <a:t>m</a:t>
                      </a:r>
                      <a:r>
                        <a:rPr lang="en-US" sz="1800" b="0" i="0" kern="1200" baseline="30000">
                          <a:solidFill>
                            <a:schemeClr val="dk1"/>
                          </a:solidFill>
                          <a:effectLst/>
                          <a:latin typeface="+mn-lt"/>
                          <a:ea typeface="+mn-ea"/>
                          <a:cs typeface="+mn-cs"/>
                        </a:rPr>
                        <a:t>2</a:t>
                      </a:r>
                      <a:r>
                        <a:rPr lang="en-US" sz="1600"/>
                        <a:t>)</a:t>
                      </a:r>
                    </a:p>
                  </a:txBody>
                  <a:tcPr anchor="ctr"/>
                </a:tc>
                <a:extLst>
                  <a:ext uri="{0D108BD9-81ED-4DB2-BD59-A6C34878D82A}">
                    <a16:rowId xmlns:a16="http://schemas.microsoft.com/office/drawing/2014/main" val="3460083501"/>
                  </a:ext>
                </a:extLst>
              </a:tr>
              <a:tr h="370840">
                <a:tc>
                  <a:txBody>
                    <a:bodyPr/>
                    <a:lstStyle/>
                    <a:p>
                      <a:pPr algn="ctr"/>
                      <a:r>
                        <a:rPr lang="en-US" sz="1600"/>
                        <a:t>Athroat Area</a:t>
                      </a:r>
                    </a:p>
                  </a:txBody>
                  <a:tcPr anchor="ctr"/>
                </a:tc>
                <a:tc>
                  <a:txBody>
                    <a:bodyPr/>
                    <a:lstStyle/>
                    <a:p>
                      <a:pPr algn="ctr"/>
                      <a:r>
                        <a:rPr lang="en-US" sz="1600"/>
                        <a:t>263.5 </a:t>
                      </a:r>
                      <a:r>
                        <a:rPr lang="en-US" sz="1800" b="0" i="0" kern="1200">
                          <a:solidFill>
                            <a:schemeClr val="dk1"/>
                          </a:solidFill>
                          <a:effectLst/>
                          <a:latin typeface="+mn-lt"/>
                          <a:ea typeface="+mn-ea"/>
                          <a:cs typeface="+mn-cs"/>
                        </a:rPr>
                        <a:t>in</a:t>
                      </a:r>
                      <a:r>
                        <a:rPr lang="en-US" sz="1800" b="0" i="0" kern="1200" baseline="30000">
                          <a:solidFill>
                            <a:schemeClr val="dk1"/>
                          </a:solidFill>
                          <a:effectLst/>
                          <a:latin typeface="+mn-lt"/>
                          <a:ea typeface="+mn-ea"/>
                          <a:cs typeface="+mn-cs"/>
                        </a:rPr>
                        <a:t>2</a:t>
                      </a:r>
                      <a:endParaRPr lang="en-US" sz="1600"/>
                    </a:p>
                    <a:p>
                      <a:pPr algn="ctr"/>
                      <a:r>
                        <a:rPr lang="en-US" sz="1600"/>
                        <a:t>(0.17 </a:t>
                      </a:r>
                      <a:r>
                        <a:rPr lang="en-US" sz="1800" b="0" i="0" kern="1200">
                          <a:solidFill>
                            <a:schemeClr val="dk1"/>
                          </a:solidFill>
                          <a:effectLst/>
                          <a:latin typeface="+mn-lt"/>
                          <a:ea typeface="+mn-ea"/>
                          <a:cs typeface="+mn-cs"/>
                        </a:rPr>
                        <a:t>m</a:t>
                      </a:r>
                      <a:r>
                        <a:rPr lang="en-US" sz="1800" b="0" i="0" kern="1200" baseline="30000">
                          <a:solidFill>
                            <a:schemeClr val="dk1"/>
                          </a:solidFill>
                          <a:effectLst/>
                          <a:latin typeface="+mn-lt"/>
                          <a:ea typeface="+mn-ea"/>
                          <a:cs typeface="+mn-cs"/>
                        </a:rPr>
                        <a:t>2</a:t>
                      </a:r>
                      <a:r>
                        <a:rPr lang="en-US" sz="1600"/>
                        <a:t>)</a:t>
                      </a:r>
                    </a:p>
                  </a:txBody>
                  <a:tcPr anchor="ctr"/>
                </a:tc>
                <a:extLst>
                  <a:ext uri="{0D108BD9-81ED-4DB2-BD59-A6C34878D82A}">
                    <a16:rowId xmlns:a16="http://schemas.microsoft.com/office/drawing/2014/main" val="953479866"/>
                  </a:ext>
                </a:extLst>
              </a:tr>
              <a:tr h="370840">
                <a:tc>
                  <a:txBody>
                    <a:bodyPr/>
                    <a:lstStyle/>
                    <a:p>
                      <a:pPr algn="ctr"/>
                      <a:r>
                        <a:rPr lang="en-US" sz="1600"/>
                        <a:t>A1 Diameter</a:t>
                      </a:r>
                    </a:p>
                  </a:txBody>
                  <a:tcPr anchor="ctr"/>
                </a:tc>
                <a:tc>
                  <a:txBody>
                    <a:bodyPr/>
                    <a:lstStyle/>
                    <a:p>
                      <a:pPr algn="ctr"/>
                      <a:r>
                        <a:rPr lang="en-US" sz="1600"/>
                        <a:t>0.5832 m</a:t>
                      </a:r>
                    </a:p>
                    <a:p>
                      <a:pPr algn="ctr"/>
                      <a:r>
                        <a:rPr lang="en-US" sz="1600"/>
                        <a:t>(22.96 in)</a:t>
                      </a:r>
                    </a:p>
                  </a:txBody>
                  <a:tcPr anchor="ctr"/>
                </a:tc>
                <a:extLst>
                  <a:ext uri="{0D108BD9-81ED-4DB2-BD59-A6C34878D82A}">
                    <a16:rowId xmlns:a16="http://schemas.microsoft.com/office/drawing/2014/main" val="3928460076"/>
                  </a:ext>
                </a:extLst>
              </a:tr>
              <a:tr h="370840">
                <a:tc>
                  <a:txBody>
                    <a:bodyPr/>
                    <a:lstStyle/>
                    <a:p>
                      <a:pPr algn="ctr"/>
                      <a:r>
                        <a:rPr lang="en-US" sz="1600"/>
                        <a:t>A2 Diameter</a:t>
                      </a:r>
                    </a:p>
                  </a:txBody>
                  <a:tcPr anchor="ctr"/>
                </a:tc>
                <a:tc>
                  <a:txBody>
                    <a:bodyPr/>
                    <a:lstStyle/>
                    <a:p>
                      <a:pPr algn="ctr"/>
                      <a:r>
                        <a:rPr lang="en-US" sz="1600"/>
                        <a:t>0.6881 m</a:t>
                      </a:r>
                    </a:p>
                    <a:p>
                      <a:pPr algn="ctr"/>
                      <a:r>
                        <a:rPr lang="en-US" sz="1600"/>
                        <a:t>(27.09 in)</a:t>
                      </a:r>
                    </a:p>
                  </a:txBody>
                  <a:tcPr anchor="ctr"/>
                </a:tc>
                <a:extLst>
                  <a:ext uri="{0D108BD9-81ED-4DB2-BD59-A6C34878D82A}">
                    <a16:rowId xmlns:a16="http://schemas.microsoft.com/office/drawing/2014/main" val="1040295730"/>
                  </a:ext>
                </a:extLst>
              </a:tr>
              <a:tr h="370840">
                <a:tc>
                  <a:txBody>
                    <a:bodyPr/>
                    <a:lstStyle/>
                    <a:p>
                      <a:pPr algn="ctr"/>
                      <a:r>
                        <a:rPr lang="en-US" sz="1600"/>
                        <a:t>Athroat</a:t>
                      </a:r>
                    </a:p>
                  </a:txBody>
                  <a:tcPr anchor="ctr"/>
                </a:tc>
                <a:tc>
                  <a:txBody>
                    <a:bodyPr/>
                    <a:lstStyle/>
                    <a:p>
                      <a:pPr algn="ctr"/>
                      <a:r>
                        <a:rPr lang="en-US" sz="1600"/>
                        <a:t>0.4684 m</a:t>
                      </a:r>
                    </a:p>
                    <a:p>
                      <a:pPr algn="ctr"/>
                      <a:r>
                        <a:rPr lang="en-US" sz="1600"/>
                        <a:t>18.44 in</a:t>
                      </a:r>
                    </a:p>
                  </a:txBody>
                  <a:tcPr anchor="ctr"/>
                </a:tc>
                <a:extLst>
                  <a:ext uri="{0D108BD9-81ED-4DB2-BD59-A6C34878D82A}">
                    <a16:rowId xmlns:a16="http://schemas.microsoft.com/office/drawing/2014/main" val="2116461525"/>
                  </a:ext>
                </a:extLst>
              </a:tr>
              <a:tr h="370840">
                <a:tc>
                  <a:txBody>
                    <a:bodyPr/>
                    <a:lstStyle/>
                    <a:p>
                      <a:pPr algn="ctr"/>
                      <a:r>
                        <a:rPr lang="en-US" sz="1600"/>
                        <a:t>Intake Pressure Recovery</a:t>
                      </a:r>
                    </a:p>
                  </a:txBody>
                  <a:tcPr anchor="ctr"/>
                </a:tc>
                <a:tc>
                  <a:txBody>
                    <a:bodyPr/>
                    <a:lstStyle/>
                    <a:p>
                      <a:pPr algn="ctr"/>
                      <a:r>
                        <a:rPr lang="en-US" sz="1600"/>
                        <a:t>0.9104%</a:t>
                      </a:r>
                    </a:p>
                  </a:txBody>
                  <a:tcPr anchor="ctr"/>
                </a:tc>
                <a:extLst>
                  <a:ext uri="{0D108BD9-81ED-4DB2-BD59-A6C34878D82A}">
                    <a16:rowId xmlns:a16="http://schemas.microsoft.com/office/drawing/2014/main" val="2323556097"/>
                  </a:ext>
                </a:extLst>
              </a:tr>
            </a:tbl>
          </a:graphicData>
        </a:graphic>
      </p:graphicFrame>
    </p:spTree>
    <p:extLst>
      <p:ext uri="{BB962C8B-B14F-4D97-AF65-F5344CB8AC3E}">
        <p14:creationId xmlns:p14="http://schemas.microsoft.com/office/powerpoint/2010/main" val="2888552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07528-E6AA-6338-F32C-E3C828991F4A}"/>
              </a:ext>
            </a:extLst>
          </p:cNvPr>
          <p:cNvSpPr>
            <a:spLocks noGrp="1"/>
          </p:cNvSpPr>
          <p:nvPr>
            <p:ph type="title"/>
          </p:nvPr>
        </p:nvSpPr>
        <p:spPr/>
        <p:txBody>
          <a:bodyPr>
            <a:normAutofit/>
          </a:bodyPr>
          <a:lstStyle/>
          <a:p>
            <a:r>
              <a:rPr lang="en-US"/>
              <a:t>Combustor</a:t>
            </a:r>
          </a:p>
        </p:txBody>
      </p:sp>
      <p:graphicFrame>
        <p:nvGraphicFramePr>
          <p:cNvPr id="4" name="Table 3">
            <a:extLst>
              <a:ext uri="{FF2B5EF4-FFF2-40B4-BE49-F238E27FC236}">
                <a16:creationId xmlns:a16="http://schemas.microsoft.com/office/drawing/2014/main" id="{33DCD29E-AF35-C471-4E57-DE112BF99B40}"/>
              </a:ext>
            </a:extLst>
          </p:cNvPr>
          <p:cNvGraphicFramePr>
            <a:graphicFrameLocks noGrp="1"/>
          </p:cNvGraphicFramePr>
          <p:nvPr>
            <p:extLst>
              <p:ext uri="{D42A27DB-BD31-4B8C-83A1-F6EECF244321}">
                <p14:modId xmlns:p14="http://schemas.microsoft.com/office/powerpoint/2010/main" val="3279889371"/>
              </p:ext>
            </p:extLst>
          </p:nvPr>
        </p:nvGraphicFramePr>
        <p:xfrm>
          <a:off x="2030476" y="2484310"/>
          <a:ext cx="8128000" cy="3566160"/>
        </p:xfrm>
        <a:graphic>
          <a:graphicData uri="http://schemas.openxmlformats.org/drawingml/2006/table">
            <a:tbl>
              <a:tblPr firstRow="1" bandRow="1">
                <a:tableStyleId>{073A0DAA-6AF3-43AB-8588-CEC1D06C72B9}</a:tableStyleId>
              </a:tblPr>
              <a:tblGrid>
                <a:gridCol w="5033167">
                  <a:extLst>
                    <a:ext uri="{9D8B030D-6E8A-4147-A177-3AD203B41FA5}">
                      <a16:colId xmlns:a16="http://schemas.microsoft.com/office/drawing/2014/main" val="2613646274"/>
                    </a:ext>
                  </a:extLst>
                </a:gridCol>
                <a:gridCol w="3094833">
                  <a:extLst>
                    <a:ext uri="{9D8B030D-6E8A-4147-A177-3AD203B41FA5}">
                      <a16:colId xmlns:a16="http://schemas.microsoft.com/office/drawing/2014/main" val="3029579754"/>
                    </a:ext>
                  </a:extLst>
                </a:gridCol>
              </a:tblGrid>
              <a:tr h="370840">
                <a:tc>
                  <a:txBody>
                    <a:bodyPr/>
                    <a:lstStyle/>
                    <a:p>
                      <a:pPr algn="ctr"/>
                      <a:r>
                        <a:rPr lang="en-US" sz="2400"/>
                        <a:t>Parameters</a:t>
                      </a:r>
                    </a:p>
                  </a:txBody>
                  <a:tcPr anchor="ctr"/>
                </a:tc>
                <a:tc>
                  <a:txBody>
                    <a:bodyPr/>
                    <a:lstStyle/>
                    <a:p>
                      <a:pPr algn="ctr"/>
                      <a:r>
                        <a:rPr lang="en-US" sz="2400"/>
                        <a:t>Values</a:t>
                      </a:r>
                    </a:p>
                  </a:txBody>
                  <a:tcPr anchor="ctr"/>
                </a:tc>
                <a:extLst>
                  <a:ext uri="{0D108BD9-81ED-4DB2-BD59-A6C34878D82A}">
                    <a16:rowId xmlns:a16="http://schemas.microsoft.com/office/drawing/2014/main" val="278090543"/>
                  </a:ext>
                </a:extLst>
              </a:tr>
              <a:tr h="370840">
                <a:tc>
                  <a:txBody>
                    <a:bodyPr/>
                    <a:lstStyle/>
                    <a:p>
                      <a:pPr algn="ctr"/>
                      <a:r>
                        <a:rPr lang="en-US" sz="2400"/>
                        <a:t>Volume</a:t>
                      </a:r>
                    </a:p>
                  </a:txBody>
                  <a:tcPr anchor="ctr"/>
                </a:tc>
                <a:tc>
                  <a:txBody>
                    <a:bodyPr/>
                    <a:lstStyle/>
                    <a:p>
                      <a:pPr algn="ctr"/>
                      <a:r>
                        <a:rPr lang="en-US" sz="2400"/>
                        <a:t>0.029 </a:t>
                      </a:r>
                      <a:r>
                        <a:rPr lang="en-US" sz="2400" b="0" kern="1200">
                          <a:solidFill>
                            <a:schemeClr val="dk1"/>
                          </a:solidFill>
                          <a:effectLst/>
                        </a:rPr>
                        <a:t>m</a:t>
                      </a:r>
                      <a:r>
                        <a:rPr lang="en-US" sz="2400" b="0" kern="1200" baseline="30000">
                          <a:solidFill>
                            <a:schemeClr val="dk1"/>
                          </a:solidFill>
                          <a:effectLst/>
                        </a:rPr>
                        <a:t>3</a:t>
                      </a:r>
                      <a:endParaRPr lang="en-US" sz="2400"/>
                    </a:p>
                  </a:txBody>
                  <a:tcPr anchor="ctr"/>
                </a:tc>
                <a:extLst>
                  <a:ext uri="{0D108BD9-81ED-4DB2-BD59-A6C34878D82A}">
                    <a16:rowId xmlns:a16="http://schemas.microsoft.com/office/drawing/2014/main" val="110921878"/>
                  </a:ext>
                </a:extLst>
              </a:tr>
              <a:tr h="370840">
                <a:tc>
                  <a:txBody>
                    <a:bodyPr/>
                    <a:lstStyle/>
                    <a:p>
                      <a:pPr algn="ctr"/>
                      <a:r>
                        <a:rPr lang="en-US" sz="2400"/>
                        <a:t>Cross-Sectional Area</a:t>
                      </a:r>
                    </a:p>
                  </a:txBody>
                  <a:tcPr anchor="ctr"/>
                </a:tc>
                <a:tc>
                  <a:txBody>
                    <a:bodyPr/>
                    <a:lstStyle/>
                    <a:p>
                      <a:pPr algn="ctr"/>
                      <a:r>
                        <a:rPr lang="en-US" sz="2400"/>
                        <a:t>0.02171 </a:t>
                      </a:r>
                      <a:r>
                        <a:rPr lang="en-US" sz="2400" b="0" kern="1200">
                          <a:solidFill>
                            <a:schemeClr val="dk1"/>
                          </a:solidFill>
                          <a:effectLst/>
                        </a:rPr>
                        <a:t>m</a:t>
                      </a:r>
                      <a:r>
                        <a:rPr lang="en-US" sz="2400" b="0" kern="1200" baseline="30000">
                          <a:solidFill>
                            <a:schemeClr val="dk1"/>
                          </a:solidFill>
                          <a:effectLst/>
                        </a:rPr>
                        <a:t>2</a:t>
                      </a:r>
                      <a:endParaRPr lang="en-US" sz="2400"/>
                    </a:p>
                  </a:txBody>
                  <a:tcPr anchor="ctr"/>
                </a:tc>
                <a:extLst>
                  <a:ext uri="{0D108BD9-81ED-4DB2-BD59-A6C34878D82A}">
                    <a16:rowId xmlns:a16="http://schemas.microsoft.com/office/drawing/2014/main" val="3114415036"/>
                  </a:ext>
                </a:extLst>
              </a:tr>
              <a:tr h="370840">
                <a:tc>
                  <a:txBody>
                    <a:bodyPr/>
                    <a:lstStyle/>
                    <a:p>
                      <a:pPr algn="ctr"/>
                      <a:r>
                        <a:rPr lang="en-US" sz="2400"/>
                        <a:t>Length of Combustor</a:t>
                      </a:r>
                    </a:p>
                  </a:txBody>
                  <a:tcPr anchor="ctr"/>
                </a:tc>
                <a:tc>
                  <a:txBody>
                    <a:bodyPr/>
                    <a:lstStyle/>
                    <a:p>
                      <a:pPr algn="ctr"/>
                      <a:r>
                        <a:rPr lang="en-US" sz="2400"/>
                        <a:t>1.35 m</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t>(53.14in)</a:t>
                      </a:r>
                    </a:p>
                  </a:txBody>
                  <a:tcPr anchor="ctr"/>
                </a:tc>
                <a:extLst>
                  <a:ext uri="{0D108BD9-81ED-4DB2-BD59-A6C34878D82A}">
                    <a16:rowId xmlns:a16="http://schemas.microsoft.com/office/drawing/2014/main" val="1592845622"/>
                  </a:ext>
                </a:extLst>
              </a:tr>
              <a:tr h="370840">
                <a:tc>
                  <a:txBody>
                    <a:bodyPr/>
                    <a:lstStyle/>
                    <a:p>
                      <a:pPr algn="ctr"/>
                      <a:r>
                        <a:rPr lang="en-US" sz="2400"/>
                        <a:t>Estimated Loss</a:t>
                      </a:r>
                    </a:p>
                  </a:txBody>
                  <a:tcPr anchor="ctr"/>
                </a:tc>
                <a:tc>
                  <a:txBody>
                    <a:bodyPr/>
                    <a:lstStyle/>
                    <a:p>
                      <a:pPr algn="ctr"/>
                      <a:r>
                        <a:rPr lang="en-US" sz="2400"/>
                        <a:t>~5%</a:t>
                      </a:r>
                    </a:p>
                  </a:txBody>
                  <a:tcPr anchor="ctr"/>
                </a:tc>
                <a:extLst>
                  <a:ext uri="{0D108BD9-81ED-4DB2-BD59-A6C34878D82A}">
                    <a16:rowId xmlns:a16="http://schemas.microsoft.com/office/drawing/2014/main" val="116643108"/>
                  </a:ext>
                </a:extLst>
              </a:tr>
              <a:tr h="370840">
                <a:tc>
                  <a:txBody>
                    <a:bodyPr/>
                    <a:lstStyle/>
                    <a:p>
                      <a:pPr algn="ctr"/>
                      <a:r>
                        <a:rPr lang="en-US" sz="2400"/>
                        <a:t>Expected Loading @ Design Point</a:t>
                      </a:r>
                    </a:p>
                  </a:txBody>
                  <a:tcPr anchor="ctr"/>
                </a:tc>
                <a:tc>
                  <a:txBody>
                    <a:bodyPr/>
                    <a:lstStyle/>
                    <a:p>
                      <a:pPr algn="ctr"/>
                      <a:r>
                        <a:rPr lang="en-US" sz="2400"/>
                        <a:t>2.0249</a:t>
                      </a:r>
                    </a:p>
                  </a:txBody>
                  <a:tcPr anchor="ctr"/>
                </a:tc>
                <a:extLst>
                  <a:ext uri="{0D108BD9-81ED-4DB2-BD59-A6C34878D82A}">
                    <a16:rowId xmlns:a16="http://schemas.microsoft.com/office/drawing/2014/main" val="169882805"/>
                  </a:ext>
                </a:extLst>
              </a:tr>
              <a:tr h="370840">
                <a:tc>
                  <a:txBody>
                    <a:bodyPr/>
                    <a:lstStyle/>
                    <a:p>
                      <a:pPr algn="ctr"/>
                      <a:r>
                        <a:rPr lang="en-US" sz="2400"/>
                        <a:t>Relight Capability @ Design Point</a:t>
                      </a:r>
                    </a:p>
                  </a:txBody>
                  <a:tcPr anchor="ctr"/>
                </a:tc>
                <a:tc>
                  <a:txBody>
                    <a:bodyPr/>
                    <a:lstStyle/>
                    <a:p>
                      <a:pPr algn="ctr"/>
                      <a:r>
                        <a:rPr lang="en-US" sz="2400"/>
                        <a:t>Yes</a:t>
                      </a:r>
                    </a:p>
                  </a:txBody>
                  <a:tcPr anchor="ctr"/>
                </a:tc>
                <a:extLst>
                  <a:ext uri="{0D108BD9-81ED-4DB2-BD59-A6C34878D82A}">
                    <a16:rowId xmlns:a16="http://schemas.microsoft.com/office/drawing/2014/main" val="3168748147"/>
                  </a:ext>
                </a:extLst>
              </a:tr>
            </a:tbl>
          </a:graphicData>
        </a:graphic>
      </p:graphicFrame>
      <p:sp>
        <p:nvSpPr>
          <p:cNvPr id="7" name="TextBox 6">
            <a:extLst>
              <a:ext uri="{FF2B5EF4-FFF2-40B4-BE49-F238E27FC236}">
                <a16:creationId xmlns:a16="http://schemas.microsoft.com/office/drawing/2014/main" id="{237A82B6-09C7-3E94-D817-4A54F6A5C26F}"/>
              </a:ext>
            </a:extLst>
          </p:cNvPr>
          <p:cNvSpPr txBox="1"/>
          <p:nvPr/>
        </p:nvSpPr>
        <p:spPr>
          <a:xfrm>
            <a:off x="1399675" y="6125562"/>
            <a:ext cx="9389602" cy="646331"/>
          </a:xfrm>
          <a:prstGeom prst="rect">
            <a:avLst/>
          </a:prstGeom>
          <a:noFill/>
        </p:spPr>
        <p:txBody>
          <a:bodyPr wrap="square" rtlCol="0">
            <a:spAutoFit/>
          </a:bodyPr>
          <a:lstStyle/>
          <a:p>
            <a:r>
              <a:rPr lang="en-US" b="1"/>
              <a:t>NOTE:</a:t>
            </a:r>
            <a:r>
              <a:rPr lang="en-US"/>
              <a:t> Based on the preliminary analysis done so far on the combustor, it appears that relight should be possible at any point along the entire mission.</a:t>
            </a:r>
          </a:p>
        </p:txBody>
      </p:sp>
    </p:spTree>
    <p:extLst>
      <p:ext uri="{BB962C8B-B14F-4D97-AF65-F5344CB8AC3E}">
        <p14:creationId xmlns:p14="http://schemas.microsoft.com/office/powerpoint/2010/main" val="637264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016300-6BA0-8129-B068-68184277911D}"/>
              </a:ext>
            </a:extLst>
          </p:cNvPr>
          <p:cNvSpPr>
            <a:spLocks noGrp="1"/>
          </p:cNvSpPr>
          <p:nvPr>
            <p:ph type="body" idx="1"/>
          </p:nvPr>
        </p:nvSpPr>
        <p:spPr/>
        <p:txBody>
          <a:bodyPr/>
          <a:lstStyle/>
          <a:p>
            <a:r>
              <a:rPr lang="en-US" b="1"/>
              <a:t>Chosen design point</a:t>
            </a:r>
          </a:p>
        </p:txBody>
      </p:sp>
      <p:sp>
        <p:nvSpPr>
          <p:cNvPr id="4" name="Text Placeholder 3">
            <a:extLst>
              <a:ext uri="{FF2B5EF4-FFF2-40B4-BE49-F238E27FC236}">
                <a16:creationId xmlns:a16="http://schemas.microsoft.com/office/drawing/2014/main" id="{55CC75BB-20AB-5795-77FD-7F423702F16A}"/>
              </a:ext>
            </a:extLst>
          </p:cNvPr>
          <p:cNvSpPr>
            <a:spLocks noGrp="1"/>
          </p:cNvSpPr>
          <p:nvPr>
            <p:ph type="body" sz="quarter" idx="3"/>
          </p:nvPr>
        </p:nvSpPr>
        <p:spPr/>
        <p:txBody>
          <a:bodyPr/>
          <a:lstStyle/>
          <a:p>
            <a:r>
              <a:rPr lang="en-US" b="1"/>
              <a:t>Engine architecture</a:t>
            </a:r>
          </a:p>
        </p:txBody>
      </p:sp>
      <p:sp>
        <p:nvSpPr>
          <p:cNvPr id="5" name="Content Placeholder 4">
            <a:extLst>
              <a:ext uri="{FF2B5EF4-FFF2-40B4-BE49-F238E27FC236}">
                <a16:creationId xmlns:a16="http://schemas.microsoft.com/office/drawing/2014/main" id="{A397637E-F046-CEA2-0B15-7111F09E2344}"/>
              </a:ext>
            </a:extLst>
          </p:cNvPr>
          <p:cNvSpPr>
            <a:spLocks noGrp="1"/>
          </p:cNvSpPr>
          <p:nvPr>
            <p:ph sz="quarter" idx="4"/>
          </p:nvPr>
        </p:nvSpPr>
        <p:spPr/>
        <p:txBody>
          <a:bodyPr>
            <a:normAutofit/>
          </a:bodyPr>
          <a:lstStyle/>
          <a:p>
            <a:r>
              <a:rPr lang="en-US"/>
              <a:t>  2-Spool Mixed Turbofan</a:t>
            </a:r>
          </a:p>
          <a:p>
            <a:r>
              <a:rPr lang="en-US"/>
              <a:t>  Non-Afterburning</a:t>
            </a:r>
          </a:p>
        </p:txBody>
      </p:sp>
      <p:sp>
        <p:nvSpPr>
          <p:cNvPr id="6" name="Title 5">
            <a:extLst>
              <a:ext uri="{FF2B5EF4-FFF2-40B4-BE49-F238E27FC236}">
                <a16:creationId xmlns:a16="http://schemas.microsoft.com/office/drawing/2014/main" id="{6011C880-1D13-6DEB-C5DA-D0CFE55B8F73}"/>
              </a:ext>
            </a:extLst>
          </p:cNvPr>
          <p:cNvSpPr>
            <a:spLocks noGrp="1"/>
          </p:cNvSpPr>
          <p:nvPr>
            <p:ph type="title"/>
          </p:nvPr>
        </p:nvSpPr>
        <p:spPr/>
        <p:txBody>
          <a:bodyPr/>
          <a:lstStyle/>
          <a:p>
            <a:r>
              <a:rPr lang="en-US"/>
              <a:t>Thermodynamic cycle</a:t>
            </a:r>
          </a:p>
        </p:txBody>
      </p:sp>
      <p:sp>
        <p:nvSpPr>
          <p:cNvPr id="9" name="Content Placeholder 4">
            <a:extLst>
              <a:ext uri="{FF2B5EF4-FFF2-40B4-BE49-F238E27FC236}">
                <a16:creationId xmlns:a16="http://schemas.microsoft.com/office/drawing/2014/main" id="{2EC78F7E-30D6-5573-0A28-C621969A7725}"/>
              </a:ext>
            </a:extLst>
          </p:cNvPr>
          <p:cNvSpPr txBox="1">
            <a:spLocks/>
          </p:cNvSpPr>
          <p:nvPr/>
        </p:nvSpPr>
        <p:spPr>
          <a:xfrm>
            <a:off x="960121" y="3632638"/>
            <a:ext cx="4818888" cy="2586806"/>
          </a:xfrm>
          <a:prstGeom prst="rect">
            <a:avLst/>
          </a:prstGeom>
        </p:spPr>
        <p:txBody>
          <a:bodyPr vert="horz" lIns="91440" tIns="45720" rIns="91440" bIns="45720" rtlCol="0">
            <a:normAutofit/>
          </a:bodyPr>
          <a:lstStyle>
            <a:lvl1pPr marL="0" indent="0" algn="l" defTabSz="914400" rtl="0" eaLnBrk="1" latinLnBrk="0" hangingPunct="1">
              <a:lnSpc>
                <a:spcPct val="101000"/>
              </a:lnSpc>
              <a:spcBef>
                <a:spcPts val="700"/>
              </a:spcBef>
              <a:spcAft>
                <a:spcPts val="700"/>
              </a:spcAft>
              <a:buFont typeface="Arial" panose="020B0604020202020204" pitchFamily="34" charset="0"/>
              <a:buNone/>
              <a:defRPr sz="2600" kern="1200" spc="50" baseline="0">
                <a:solidFill>
                  <a:schemeClr val="tx1"/>
                </a:solidFill>
                <a:latin typeface="+mn-lt"/>
                <a:ea typeface="+mn-ea"/>
                <a:cs typeface="+mn-cs"/>
              </a:defRPr>
            </a:lvl1pPr>
            <a:lvl2pPr marL="274320" indent="-274320" algn="l" defTabSz="914400" rtl="0" eaLnBrk="1" latinLnBrk="0" hangingPunct="1">
              <a:lnSpc>
                <a:spcPct val="101000"/>
              </a:lnSpc>
              <a:spcBef>
                <a:spcPts val="400"/>
              </a:spcBef>
              <a:spcAft>
                <a:spcPts val="400"/>
              </a:spcAft>
              <a:buClrTx/>
              <a:buFont typeface="Wingdings" panose="05000000000000000000" pitchFamily="2" charset="2"/>
              <a:buChar char="§"/>
              <a:defRPr sz="2300" kern="1200" spc="50" baseline="0">
                <a:solidFill>
                  <a:schemeClr val="tx1"/>
                </a:solidFill>
                <a:latin typeface="+mn-lt"/>
                <a:ea typeface="+mn-ea"/>
                <a:cs typeface="+mn-cs"/>
              </a:defRPr>
            </a:lvl2pPr>
            <a:lvl3pPr marL="27432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3pPr>
            <a:lvl4pPr marL="594360" indent="-274320" algn="l" defTabSz="914400" rtl="0" eaLnBrk="1" latinLnBrk="0" hangingPunct="1">
              <a:lnSpc>
                <a:spcPct val="101000"/>
              </a:lnSpc>
              <a:spcBef>
                <a:spcPts val="400"/>
              </a:spcBef>
              <a:spcAft>
                <a:spcPts val="400"/>
              </a:spcAft>
              <a:buClrTx/>
              <a:buFont typeface="Wingdings" panose="05000000000000000000" pitchFamily="2" charset="2"/>
              <a:buChar char="§"/>
              <a:defRPr sz="1800" kern="1200" spc="50" baseline="0">
                <a:solidFill>
                  <a:schemeClr val="tx1"/>
                </a:solidFill>
                <a:latin typeface="+mn-lt"/>
                <a:ea typeface="+mn-ea"/>
                <a:cs typeface="+mn-cs"/>
              </a:defRPr>
            </a:lvl4pPr>
            <a:lvl5pPr marL="594360" indent="0" algn="l" defTabSz="914400" rtl="0" eaLnBrk="1" latinLnBrk="0" hangingPunct="1">
              <a:lnSpc>
                <a:spcPct val="101000"/>
              </a:lnSpc>
              <a:spcBef>
                <a:spcPts val="400"/>
              </a:spcBef>
              <a:spcAft>
                <a:spcPts val="400"/>
              </a:spcAft>
              <a:buFont typeface="Arial" panose="020B0604020202020204" pitchFamily="34" charset="0"/>
              <a:buNone/>
              <a:defRPr sz="18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  </a:t>
            </a:r>
            <a:r>
              <a:rPr lang="en-US" i="1"/>
              <a:t>Cruise:</a:t>
            </a:r>
            <a:r>
              <a:rPr lang="en-US"/>
              <a:t> 38,000 ft </a:t>
            </a:r>
          </a:p>
          <a:p>
            <a:r>
              <a:rPr lang="en-US"/>
              <a:t>  </a:t>
            </a:r>
            <a:r>
              <a:rPr lang="en-US" i="1"/>
              <a:t>Mach:</a:t>
            </a:r>
            <a:r>
              <a:rPr lang="en-US"/>
              <a:t> 0.65 </a:t>
            </a:r>
          </a:p>
          <a:p>
            <a:r>
              <a:rPr lang="en-US"/>
              <a:t>  Standard Temperature</a:t>
            </a:r>
          </a:p>
          <a:p>
            <a:r>
              <a:rPr lang="en-US"/>
              <a:t>  Optimize Cruise TSFC</a:t>
            </a:r>
          </a:p>
          <a:p>
            <a:endParaRPr lang="en-US"/>
          </a:p>
        </p:txBody>
      </p:sp>
    </p:spTree>
    <p:extLst>
      <p:ext uri="{BB962C8B-B14F-4D97-AF65-F5344CB8AC3E}">
        <p14:creationId xmlns:p14="http://schemas.microsoft.com/office/powerpoint/2010/main" val="2954712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4EC4-61E5-9028-6C6B-47F81875AF37}"/>
              </a:ext>
            </a:extLst>
          </p:cNvPr>
          <p:cNvSpPr>
            <a:spLocks noGrp="1"/>
          </p:cNvSpPr>
          <p:nvPr>
            <p:ph type="title"/>
          </p:nvPr>
        </p:nvSpPr>
        <p:spPr/>
        <p:txBody>
          <a:bodyPr/>
          <a:lstStyle/>
          <a:p>
            <a:r>
              <a:rPr lang="en-US"/>
              <a:t>Parametric studies</a:t>
            </a:r>
          </a:p>
        </p:txBody>
      </p:sp>
      <p:pic>
        <p:nvPicPr>
          <p:cNvPr id="5" name="Content Placeholder 4">
            <a:extLst>
              <a:ext uri="{FF2B5EF4-FFF2-40B4-BE49-F238E27FC236}">
                <a16:creationId xmlns:a16="http://schemas.microsoft.com/office/drawing/2014/main" id="{4FC46562-8612-C428-F8D8-417F3E6A6469}"/>
              </a:ext>
            </a:extLst>
          </p:cNvPr>
          <p:cNvPicPr>
            <a:picLocks noGrp="1" noChangeAspect="1"/>
          </p:cNvPicPr>
          <p:nvPr>
            <p:ph idx="1"/>
          </p:nvPr>
        </p:nvPicPr>
        <p:blipFill>
          <a:blip r:embed="rId2"/>
          <a:stretch>
            <a:fillRect/>
          </a:stretch>
        </p:blipFill>
        <p:spPr>
          <a:xfrm>
            <a:off x="371649" y="2341101"/>
            <a:ext cx="5601347" cy="4199085"/>
          </a:xfrm>
          <a:prstGeom prst="rect">
            <a:avLst/>
          </a:prstGeom>
        </p:spPr>
      </p:pic>
      <p:pic>
        <p:nvPicPr>
          <p:cNvPr id="6" name="Content Placeholder 4">
            <a:extLst>
              <a:ext uri="{FF2B5EF4-FFF2-40B4-BE49-F238E27FC236}">
                <a16:creationId xmlns:a16="http://schemas.microsoft.com/office/drawing/2014/main" id="{707493EC-7091-7CE6-7F25-94E4601ADFFF}"/>
              </a:ext>
            </a:extLst>
          </p:cNvPr>
          <p:cNvPicPr>
            <a:picLocks noChangeAspect="1"/>
          </p:cNvPicPr>
          <p:nvPr/>
        </p:nvPicPr>
        <p:blipFill>
          <a:blip r:embed="rId3"/>
          <a:stretch>
            <a:fillRect/>
          </a:stretch>
        </p:blipFill>
        <p:spPr>
          <a:xfrm>
            <a:off x="6219006" y="2341102"/>
            <a:ext cx="5601346" cy="4199084"/>
          </a:xfrm>
          <a:prstGeom prst="rect">
            <a:avLst/>
          </a:prstGeom>
        </p:spPr>
      </p:pic>
    </p:spTree>
    <p:extLst>
      <p:ext uri="{BB962C8B-B14F-4D97-AF65-F5344CB8AC3E}">
        <p14:creationId xmlns:p14="http://schemas.microsoft.com/office/powerpoint/2010/main" val="668018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E29DE-2362-0043-A354-8F60787F0C7A}"/>
              </a:ext>
            </a:extLst>
          </p:cNvPr>
          <p:cNvSpPr>
            <a:spLocks noGrp="1"/>
          </p:cNvSpPr>
          <p:nvPr>
            <p:ph type="title"/>
          </p:nvPr>
        </p:nvSpPr>
        <p:spPr/>
        <p:txBody>
          <a:bodyPr>
            <a:normAutofit/>
          </a:bodyPr>
          <a:lstStyle/>
          <a:p>
            <a:r>
              <a:rPr lang="en-US"/>
              <a:t>Sensitivity – bleeds</a:t>
            </a:r>
          </a:p>
        </p:txBody>
      </p:sp>
      <p:graphicFrame>
        <p:nvGraphicFramePr>
          <p:cNvPr id="6" name="Table 5">
            <a:extLst>
              <a:ext uri="{FF2B5EF4-FFF2-40B4-BE49-F238E27FC236}">
                <a16:creationId xmlns:a16="http://schemas.microsoft.com/office/drawing/2014/main" id="{6B0D46CC-18ED-E13E-47BF-E754D3433AB7}"/>
              </a:ext>
            </a:extLst>
          </p:cNvPr>
          <p:cNvGraphicFramePr>
            <a:graphicFrameLocks noGrp="1"/>
          </p:cNvGraphicFramePr>
          <p:nvPr>
            <p:extLst>
              <p:ext uri="{D42A27DB-BD31-4B8C-83A1-F6EECF244321}">
                <p14:modId xmlns:p14="http://schemas.microsoft.com/office/powerpoint/2010/main" val="268683188"/>
              </p:ext>
            </p:extLst>
          </p:nvPr>
        </p:nvGraphicFramePr>
        <p:xfrm>
          <a:off x="1021556" y="2686050"/>
          <a:ext cx="9978326" cy="3250407"/>
        </p:xfrm>
        <a:graphic>
          <a:graphicData uri="http://schemas.openxmlformats.org/drawingml/2006/table">
            <a:tbl>
              <a:tblPr firstRow="1" bandRow="1">
                <a:tableStyleId>{073A0DAA-6AF3-43AB-8588-CEC1D06C72B9}</a:tableStyleId>
              </a:tblPr>
              <a:tblGrid>
                <a:gridCol w="3972507">
                  <a:extLst>
                    <a:ext uri="{9D8B030D-6E8A-4147-A177-3AD203B41FA5}">
                      <a16:colId xmlns:a16="http://schemas.microsoft.com/office/drawing/2014/main" val="1476145485"/>
                    </a:ext>
                  </a:extLst>
                </a:gridCol>
                <a:gridCol w="1129019">
                  <a:extLst>
                    <a:ext uri="{9D8B030D-6E8A-4147-A177-3AD203B41FA5}">
                      <a16:colId xmlns:a16="http://schemas.microsoft.com/office/drawing/2014/main" val="3680965723"/>
                    </a:ext>
                  </a:extLst>
                </a:gridCol>
                <a:gridCol w="1625600">
                  <a:extLst>
                    <a:ext uri="{9D8B030D-6E8A-4147-A177-3AD203B41FA5}">
                      <a16:colId xmlns:a16="http://schemas.microsoft.com/office/drawing/2014/main" val="4138669761"/>
                    </a:ext>
                  </a:extLst>
                </a:gridCol>
                <a:gridCol w="1625600">
                  <a:extLst>
                    <a:ext uri="{9D8B030D-6E8A-4147-A177-3AD203B41FA5}">
                      <a16:colId xmlns:a16="http://schemas.microsoft.com/office/drawing/2014/main" val="199510404"/>
                    </a:ext>
                  </a:extLst>
                </a:gridCol>
                <a:gridCol w="1625600">
                  <a:extLst>
                    <a:ext uri="{9D8B030D-6E8A-4147-A177-3AD203B41FA5}">
                      <a16:colId xmlns:a16="http://schemas.microsoft.com/office/drawing/2014/main" val="2689412691"/>
                    </a:ext>
                  </a:extLst>
                </a:gridCol>
              </a:tblGrid>
              <a:tr h="578645">
                <a:tc>
                  <a:txBody>
                    <a:bodyPr/>
                    <a:lstStyle/>
                    <a:p>
                      <a:pPr algn="ctr" fontAlgn="b">
                        <a:buNone/>
                      </a:pPr>
                      <a:r>
                        <a:rPr lang="en-US" sz="2000" b="1" u="none" strike="noStrike">
                          <a:solidFill>
                            <a:schemeClr val="bg1"/>
                          </a:solidFill>
                          <a:effectLst/>
                        </a:rPr>
                        <a:t>Study</a:t>
                      </a:r>
                      <a:endParaRPr lang="en-US" sz="2000" b="1" i="0" u="none" strike="noStrike">
                        <a:solidFill>
                          <a:schemeClr val="bg1"/>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Base</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Delta</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SFC%</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Sp. Thrust%</a:t>
                      </a:r>
                      <a:endParaRPr lang="en-US"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81829248"/>
                  </a:ext>
                </a:extLst>
              </a:tr>
              <a:tr h="514350">
                <a:tc>
                  <a:txBody>
                    <a:bodyPr/>
                    <a:lstStyle/>
                    <a:p>
                      <a:pPr algn="ctr" fontAlgn="b">
                        <a:buNone/>
                      </a:pPr>
                      <a:r>
                        <a:rPr lang="en-US" sz="2000" u="none" strike="noStrike">
                          <a:effectLst/>
                        </a:rPr>
                        <a:t>Rel. Overboard Bleed W_Bld/W25</a:t>
                      </a:r>
                      <a:endParaRPr lang="en-US" sz="20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0.01</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0.01</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0.53</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-1.79</a:t>
                      </a:r>
                      <a:endParaRPr lang="en-US"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764863461"/>
                  </a:ext>
                </a:extLst>
              </a:tr>
              <a:tr h="507206">
                <a:tc>
                  <a:txBody>
                    <a:bodyPr/>
                    <a:lstStyle/>
                    <a:p>
                      <a:pPr algn="ctr" fontAlgn="b">
                        <a:buNone/>
                      </a:pPr>
                      <a:r>
                        <a:rPr lang="en-US" sz="2000" u="none" strike="noStrike">
                          <a:effectLst/>
                        </a:rPr>
                        <a:t>HPT NGV 1 Cooling Air / W25</a:t>
                      </a:r>
                      <a:endParaRPr lang="en-US" sz="20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0.05</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0.01</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-0.42</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-0.85</a:t>
                      </a:r>
                      <a:endParaRPr lang="en-US"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62727976"/>
                  </a:ext>
                </a:extLst>
              </a:tr>
              <a:tr h="550069">
                <a:tc>
                  <a:txBody>
                    <a:bodyPr/>
                    <a:lstStyle/>
                    <a:p>
                      <a:pPr algn="ctr" fontAlgn="b">
                        <a:buNone/>
                      </a:pPr>
                      <a:r>
                        <a:rPr lang="en-US" sz="2000" u="none" strike="noStrike">
                          <a:effectLst/>
                        </a:rPr>
                        <a:t>HPT Rotor 1 Cooling Air / W25</a:t>
                      </a:r>
                      <a:endParaRPr lang="en-US" sz="20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0.05</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0.01</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-0.27</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-0.99</a:t>
                      </a:r>
                      <a:endParaRPr lang="en-US"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537648972"/>
                  </a:ext>
                </a:extLst>
              </a:tr>
              <a:tr h="564356">
                <a:tc>
                  <a:txBody>
                    <a:bodyPr/>
                    <a:lstStyle/>
                    <a:p>
                      <a:pPr algn="ctr" fontAlgn="b">
                        <a:buNone/>
                      </a:pPr>
                      <a:r>
                        <a:rPr lang="en-US" sz="2000" u="none" strike="noStrike">
                          <a:effectLst/>
                        </a:rPr>
                        <a:t>LPT Rotor 1 Cooling Air / W25</a:t>
                      </a:r>
                      <a:endParaRPr lang="en-US" sz="20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0.05</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0.01</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-0.28</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-0.99</a:t>
                      </a:r>
                      <a:endParaRPr lang="en-US"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359166592"/>
                  </a:ext>
                </a:extLst>
              </a:tr>
              <a:tr h="535781">
                <a:tc>
                  <a:txBody>
                    <a:bodyPr/>
                    <a:lstStyle/>
                    <a:p>
                      <a:pPr algn="ctr" fontAlgn="b">
                        <a:buNone/>
                      </a:pPr>
                      <a:r>
                        <a:rPr lang="en-US" sz="2000" u="none" strike="noStrike">
                          <a:effectLst/>
                        </a:rPr>
                        <a:t>Rel.HP Leakage to LPT exit</a:t>
                      </a:r>
                      <a:endParaRPr lang="en-US" sz="20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0.05</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0.01</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-0.16</a:t>
                      </a:r>
                      <a:endParaRPr lang="en-US" sz="20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b">
                        <a:buNone/>
                      </a:pPr>
                      <a:r>
                        <a:rPr lang="en-US" sz="2000" u="none" strike="noStrike">
                          <a:effectLst/>
                        </a:rPr>
                        <a:t>-1.11</a:t>
                      </a:r>
                      <a:endParaRPr lang="en-US" sz="20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902740993"/>
                  </a:ext>
                </a:extLst>
              </a:tr>
            </a:tbl>
          </a:graphicData>
        </a:graphic>
      </p:graphicFrame>
    </p:spTree>
    <p:extLst>
      <p:ext uri="{BB962C8B-B14F-4D97-AF65-F5344CB8AC3E}">
        <p14:creationId xmlns:p14="http://schemas.microsoft.com/office/powerpoint/2010/main" val="1611605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E29DE-2362-0043-A354-8F60787F0C7A}"/>
              </a:ext>
            </a:extLst>
          </p:cNvPr>
          <p:cNvSpPr>
            <a:spLocks noGrp="1"/>
          </p:cNvSpPr>
          <p:nvPr>
            <p:ph type="title"/>
          </p:nvPr>
        </p:nvSpPr>
        <p:spPr/>
        <p:txBody>
          <a:bodyPr>
            <a:normAutofit fontScale="90000"/>
          </a:bodyPr>
          <a:lstStyle/>
          <a:p>
            <a:r>
              <a:rPr lang="en-US"/>
              <a:t>Sensitivity – component eff.</a:t>
            </a:r>
          </a:p>
        </p:txBody>
      </p:sp>
      <p:graphicFrame>
        <p:nvGraphicFramePr>
          <p:cNvPr id="5" name="Table 4">
            <a:extLst>
              <a:ext uri="{FF2B5EF4-FFF2-40B4-BE49-F238E27FC236}">
                <a16:creationId xmlns:a16="http://schemas.microsoft.com/office/drawing/2014/main" id="{BC4F02AC-C616-2E16-8AFE-F49E04AD8673}"/>
              </a:ext>
            </a:extLst>
          </p:cNvPr>
          <p:cNvGraphicFramePr>
            <a:graphicFrameLocks noGrp="1"/>
          </p:cNvGraphicFramePr>
          <p:nvPr>
            <p:extLst>
              <p:ext uri="{D42A27DB-BD31-4B8C-83A1-F6EECF244321}">
                <p14:modId xmlns:p14="http://schemas.microsoft.com/office/powerpoint/2010/main" val="1024523526"/>
              </p:ext>
            </p:extLst>
          </p:nvPr>
        </p:nvGraphicFramePr>
        <p:xfrm>
          <a:off x="1487099" y="2363409"/>
          <a:ext cx="9214754" cy="4220316"/>
        </p:xfrm>
        <a:graphic>
          <a:graphicData uri="http://schemas.openxmlformats.org/drawingml/2006/table">
            <a:tbl>
              <a:tblPr firstRow="1" bandRow="1">
                <a:tableStyleId>{073A0DAA-6AF3-43AB-8588-CEC1D06C72B9}</a:tableStyleId>
              </a:tblPr>
              <a:tblGrid>
                <a:gridCol w="2980870">
                  <a:extLst>
                    <a:ext uri="{9D8B030D-6E8A-4147-A177-3AD203B41FA5}">
                      <a16:colId xmlns:a16="http://schemas.microsoft.com/office/drawing/2014/main" val="333619158"/>
                    </a:ext>
                  </a:extLst>
                </a:gridCol>
                <a:gridCol w="1558471">
                  <a:extLst>
                    <a:ext uri="{9D8B030D-6E8A-4147-A177-3AD203B41FA5}">
                      <a16:colId xmlns:a16="http://schemas.microsoft.com/office/drawing/2014/main" val="3908386128"/>
                    </a:ext>
                  </a:extLst>
                </a:gridCol>
                <a:gridCol w="1558471">
                  <a:extLst>
                    <a:ext uri="{9D8B030D-6E8A-4147-A177-3AD203B41FA5}">
                      <a16:colId xmlns:a16="http://schemas.microsoft.com/office/drawing/2014/main" val="2145200826"/>
                    </a:ext>
                  </a:extLst>
                </a:gridCol>
                <a:gridCol w="1558471">
                  <a:extLst>
                    <a:ext uri="{9D8B030D-6E8A-4147-A177-3AD203B41FA5}">
                      <a16:colId xmlns:a16="http://schemas.microsoft.com/office/drawing/2014/main" val="3435789179"/>
                    </a:ext>
                  </a:extLst>
                </a:gridCol>
                <a:gridCol w="1558471">
                  <a:extLst>
                    <a:ext uri="{9D8B030D-6E8A-4147-A177-3AD203B41FA5}">
                      <a16:colId xmlns:a16="http://schemas.microsoft.com/office/drawing/2014/main" val="1015343955"/>
                    </a:ext>
                  </a:extLst>
                </a:gridCol>
              </a:tblGrid>
              <a:tr h="344425">
                <a:tc>
                  <a:txBody>
                    <a:bodyPr/>
                    <a:lstStyle/>
                    <a:p>
                      <a:pPr algn="ctr" fontAlgn="b">
                        <a:buNone/>
                      </a:pPr>
                      <a:r>
                        <a:rPr lang="en-US" sz="1800" b="1" u="none" strike="noStrike">
                          <a:solidFill>
                            <a:schemeClr val="bg1"/>
                          </a:solidFill>
                          <a:effectLst/>
                        </a:rPr>
                        <a:t>Study</a:t>
                      </a:r>
                      <a:endParaRPr lang="en-US" sz="1800" b="1" i="0" u="none" strike="noStrike">
                        <a:solidFill>
                          <a:schemeClr val="bg1"/>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Base</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Delta</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SFC%</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SpThrust%</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2353859868"/>
                  </a:ext>
                </a:extLst>
              </a:tr>
              <a:tr h="366229">
                <a:tc>
                  <a:txBody>
                    <a:bodyPr/>
                    <a:lstStyle/>
                    <a:p>
                      <a:pPr algn="ctr" fontAlgn="b">
                        <a:buNone/>
                      </a:pPr>
                      <a:r>
                        <a:rPr lang="en-US" sz="1800" u="none" strike="noStrike">
                          <a:effectLst/>
                        </a:rPr>
                        <a:t>Polytr.Inner LPC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0.92</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0.06</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-0.28</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4222076109"/>
                  </a:ext>
                </a:extLst>
              </a:tr>
              <a:tr h="366229">
                <a:tc>
                  <a:txBody>
                    <a:bodyPr/>
                    <a:lstStyle/>
                    <a:p>
                      <a:pPr algn="ctr" fontAlgn="b">
                        <a:buNone/>
                      </a:pPr>
                      <a:r>
                        <a:rPr lang="en-US" sz="1800" u="none" strike="noStrike">
                          <a:effectLst/>
                        </a:rPr>
                        <a:t>Polytr.Outer LPC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0.92</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4015330945"/>
                  </a:ext>
                </a:extLst>
              </a:tr>
              <a:tr h="344425">
                <a:tc>
                  <a:txBody>
                    <a:bodyPr/>
                    <a:lstStyle/>
                    <a:p>
                      <a:pPr algn="ctr" fontAlgn="b">
                        <a:buNone/>
                      </a:pPr>
                      <a:r>
                        <a:rPr lang="en-US" sz="1800" u="none" strike="noStrike">
                          <a:effectLst/>
                        </a:rPr>
                        <a:t>Polytr. HPC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0.88</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0.15</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-0.72</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3912019019"/>
                  </a:ext>
                </a:extLst>
              </a:tr>
              <a:tr h="344425">
                <a:tc>
                  <a:txBody>
                    <a:bodyPr/>
                    <a:lstStyle/>
                    <a:p>
                      <a:pPr algn="ctr" fontAlgn="b">
                        <a:buNone/>
                      </a:pPr>
                      <a:r>
                        <a:rPr lang="en-US" sz="1800" u="none" strike="noStrike">
                          <a:effectLst/>
                        </a:rPr>
                        <a:t>Polytr. HPT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0.26</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-0.25</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1511568197"/>
                  </a:ext>
                </a:extLst>
              </a:tr>
              <a:tr h="344425">
                <a:tc>
                  <a:txBody>
                    <a:bodyPr/>
                    <a:lstStyle/>
                    <a:p>
                      <a:pPr algn="ctr" fontAlgn="b">
                        <a:buNone/>
                      </a:pPr>
                      <a:r>
                        <a:rPr lang="en-US" sz="1800" u="none" strike="noStrike">
                          <a:effectLst/>
                        </a:rPr>
                        <a:t>Polytr. LPT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0.17</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-0.17</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2744021744"/>
                  </a:ext>
                </a:extLst>
              </a:tr>
              <a:tr h="366229">
                <a:tc>
                  <a:txBody>
                    <a:bodyPr/>
                    <a:lstStyle/>
                    <a:p>
                      <a:pPr algn="ctr" fontAlgn="b">
                        <a:buNone/>
                      </a:pPr>
                      <a:r>
                        <a:rPr lang="en-US" sz="1800" u="none" strike="noStrike">
                          <a:effectLst/>
                        </a:rPr>
                        <a:t>Polytr.Inner LPC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0.92</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-0.05</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0.27</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2288783720"/>
                  </a:ext>
                </a:extLst>
              </a:tr>
              <a:tr h="366229">
                <a:tc>
                  <a:txBody>
                    <a:bodyPr/>
                    <a:lstStyle/>
                    <a:p>
                      <a:pPr algn="ctr" fontAlgn="b">
                        <a:buNone/>
                      </a:pPr>
                      <a:r>
                        <a:rPr lang="en-US" sz="1800" u="none" strike="noStrike">
                          <a:effectLst/>
                        </a:rPr>
                        <a:t>Polytr.Outer LPC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0.92</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698398087"/>
                  </a:ext>
                </a:extLst>
              </a:tr>
              <a:tr h="344425">
                <a:tc>
                  <a:txBody>
                    <a:bodyPr/>
                    <a:lstStyle/>
                    <a:p>
                      <a:pPr algn="ctr" fontAlgn="b">
                        <a:buNone/>
                      </a:pPr>
                      <a:r>
                        <a:rPr lang="en-US" sz="1800" u="none" strike="noStrike">
                          <a:effectLst/>
                        </a:rPr>
                        <a:t>Polytr. HPC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0.88</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-0.13</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0.68</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479981081"/>
                  </a:ext>
                </a:extLst>
              </a:tr>
              <a:tr h="344425">
                <a:tc>
                  <a:txBody>
                    <a:bodyPr/>
                    <a:lstStyle/>
                    <a:p>
                      <a:pPr algn="ctr" fontAlgn="b">
                        <a:buNone/>
                      </a:pPr>
                      <a:r>
                        <a:rPr lang="en-US" sz="1800" u="none" strike="noStrike">
                          <a:effectLst/>
                        </a:rPr>
                        <a:t>Polytr. HPT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-0.24</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0.24</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1843894809"/>
                  </a:ext>
                </a:extLst>
              </a:tr>
              <a:tr h="344425">
                <a:tc>
                  <a:txBody>
                    <a:bodyPr/>
                    <a:lstStyle/>
                    <a:p>
                      <a:pPr algn="ctr" fontAlgn="b">
                        <a:buNone/>
                      </a:pPr>
                      <a:r>
                        <a:rPr lang="en-US" sz="1800" u="none" strike="noStrike">
                          <a:effectLst/>
                        </a:rPr>
                        <a:t>Polytr. LPT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-0.16</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0.16</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1008385817"/>
                  </a:ext>
                </a:extLst>
              </a:tr>
              <a:tr h="344425">
                <a:tc>
                  <a:txBody>
                    <a:bodyPr/>
                    <a:lstStyle/>
                    <a:p>
                      <a:pPr algn="ctr" fontAlgn="b">
                        <a:buNone/>
                      </a:pPr>
                      <a:r>
                        <a:rPr lang="en-US" sz="1800" u="none" strike="noStrike">
                          <a:effectLst/>
                        </a:rPr>
                        <a:t>Burner Design Efficiency</a:t>
                      </a:r>
                      <a:endParaRPr lang="en-US" sz="1800" b="1"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0.9995</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-0.01</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0.95</a:t>
                      </a:r>
                      <a:endParaRPr lang="en-US" sz="1800" b="0" i="0" u="none" strike="noStrike">
                        <a:solidFill>
                          <a:srgbClr val="000000"/>
                        </a:solidFill>
                        <a:effectLst/>
                        <a:latin typeface="Aptos Narrow" panose="020B0004020202020204" pitchFamily="34" charset="0"/>
                      </a:endParaRPr>
                    </a:p>
                  </a:txBody>
                  <a:tcPr marL="7131" marR="7131" marT="7131" marB="0" anchor="ctr"/>
                </a:tc>
                <a:tc>
                  <a:txBody>
                    <a:bodyPr/>
                    <a:lstStyle/>
                    <a:p>
                      <a:pPr algn="ctr" fontAlgn="b">
                        <a:buNone/>
                      </a:pPr>
                      <a:r>
                        <a:rPr lang="en-US" sz="1800" u="none" strike="noStrike">
                          <a:effectLst/>
                        </a:rPr>
                        <a:t>0.06</a:t>
                      </a:r>
                      <a:endParaRPr lang="en-US" sz="1800" b="0" i="0" u="none" strike="noStrike">
                        <a:solidFill>
                          <a:srgbClr val="000000"/>
                        </a:solidFill>
                        <a:effectLst/>
                        <a:latin typeface="Aptos Narrow" panose="020B0004020202020204" pitchFamily="34" charset="0"/>
                      </a:endParaRPr>
                    </a:p>
                  </a:txBody>
                  <a:tcPr marL="7131" marR="7131" marT="7131" marB="0" anchor="ctr"/>
                </a:tc>
                <a:extLst>
                  <a:ext uri="{0D108BD9-81ED-4DB2-BD59-A6C34878D82A}">
                    <a16:rowId xmlns:a16="http://schemas.microsoft.com/office/drawing/2014/main" val="1297185192"/>
                  </a:ext>
                </a:extLst>
              </a:tr>
            </a:tbl>
          </a:graphicData>
        </a:graphic>
      </p:graphicFrame>
    </p:spTree>
    <p:extLst>
      <p:ext uri="{BB962C8B-B14F-4D97-AF65-F5344CB8AC3E}">
        <p14:creationId xmlns:p14="http://schemas.microsoft.com/office/powerpoint/2010/main" val="2870207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F609-DA1A-2E5E-2D2E-A03A61897553}"/>
              </a:ext>
            </a:extLst>
          </p:cNvPr>
          <p:cNvSpPr>
            <a:spLocks noGrp="1"/>
          </p:cNvSpPr>
          <p:nvPr>
            <p:ph type="title"/>
          </p:nvPr>
        </p:nvSpPr>
        <p:spPr/>
        <p:txBody>
          <a:bodyPr/>
          <a:lstStyle/>
          <a:p>
            <a:r>
              <a:rPr lang="en-US"/>
              <a:t>Sensitivity – </a:t>
            </a:r>
            <a:r>
              <a:rPr lang="en-US" err="1"/>
              <a:t>Pr</a:t>
            </a:r>
            <a:r>
              <a:rPr lang="en-US"/>
              <a:t> </a:t>
            </a:r>
          </a:p>
        </p:txBody>
      </p:sp>
      <p:graphicFrame>
        <p:nvGraphicFramePr>
          <p:cNvPr id="5" name="Table 4">
            <a:extLst>
              <a:ext uri="{FF2B5EF4-FFF2-40B4-BE49-F238E27FC236}">
                <a16:creationId xmlns:a16="http://schemas.microsoft.com/office/drawing/2014/main" id="{3D8FDEBD-4BAE-7AD7-7D44-A1F11269FA71}"/>
              </a:ext>
            </a:extLst>
          </p:cNvPr>
          <p:cNvGraphicFramePr>
            <a:graphicFrameLocks noGrp="1"/>
          </p:cNvGraphicFramePr>
          <p:nvPr>
            <p:extLst>
              <p:ext uri="{D42A27DB-BD31-4B8C-83A1-F6EECF244321}">
                <p14:modId xmlns:p14="http://schemas.microsoft.com/office/powerpoint/2010/main" val="3271452477"/>
              </p:ext>
            </p:extLst>
          </p:nvPr>
        </p:nvGraphicFramePr>
        <p:xfrm>
          <a:off x="1119560" y="3429000"/>
          <a:ext cx="9949832" cy="2190955"/>
        </p:xfrm>
        <a:graphic>
          <a:graphicData uri="http://schemas.openxmlformats.org/drawingml/2006/table">
            <a:tbl>
              <a:tblPr firstRow="1" bandRow="1">
                <a:tableStyleId>{073A0DAA-6AF3-43AB-8588-CEC1D06C72B9}</a:tableStyleId>
              </a:tblPr>
              <a:tblGrid>
                <a:gridCol w="3447432">
                  <a:extLst>
                    <a:ext uri="{9D8B030D-6E8A-4147-A177-3AD203B41FA5}">
                      <a16:colId xmlns:a16="http://schemas.microsoft.com/office/drawing/2014/main" val="393701210"/>
                    </a:ext>
                  </a:extLst>
                </a:gridCol>
                <a:gridCol w="1625600">
                  <a:extLst>
                    <a:ext uri="{9D8B030D-6E8A-4147-A177-3AD203B41FA5}">
                      <a16:colId xmlns:a16="http://schemas.microsoft.com/office/drawing/2014/main" val="246204929"/>
                    </a:ext>
                  </a:extLst>
                </a:gridCol>
                <a:gridCol w="1625600">
                  <a:extLst>
                    <a:ext uri="{9D8B030D-6E8A-4147-A177-3AD203B41FA5}">
                      <a16:colId xmlns:a16="http://schemas.microsoft.com/office/drawing/2014/main" val="130327396"/>
                    </a:ext>
                  </a:extLst>
                </a:gridCol>
                <a:gridCol w="1625600">
                  <a:extLst>
                    <a:ext uri="{9D8B030D-6E8A-4147-A177-3AD203B41FA5}">
                      <a16:colId xmlns:a16="http://schemas.microsoft.com/office/drawing/2014/main" val="1052339094"/>
                    </a:ext>
                  </a:extLst>
                </a:gridCol>
                <a:gridCol w="1625600">
                  <a:extLst>
                    <a:ext uri="{9D8B030D-6E8A-4147-A177-3AD203B41FA5}">
                      <a16:colId xmlns:a16="http://schemas.microsoft.com/office/drawing/2014/main" val="4273429302"/>
                    </a:ext>
                  </a:extLst>
                </a:gridCol>
              </a:tblGrid>
              <a:tr h="530883">
                <a:tc>
                  <a:txBody>
                    <a:bodyPr/>
                    <a:lstStyle/>
                    <a:p>
                      <a:pPr algn="ctr" fontAlgn="b">
                        <a:buNone/>
                      </a:pPr>
                      <a:r>
                        <a:rPr lang="en-US" sz="2000" b="1" i="0" u="none" strike="noStrike">
                          <a:solidFill>
                            <a:schemeClr val="bg1"/>
                          </a:solidFill>
                          <a:effectLst/>
                          <a:latin typeface="Aptos Narrow" panose="020B0004020202020204" pitchFamily="34" charset="0"/>
                        </a:rPr>
                        <a:t>Study</a:t>
                      </a:r>
                    </a:p>
                  </a:txBody>
                  <a:tcPr marL="6807" marR="6807" marT="6807" marB="0" anchor="ctr"/>
                </a:tc>
                <a:tc>
                  <a:txBody>
                    <a:bodyPr/>
                    <a:lstStyle/>
                    <a:p>
                      <a:pPr algn="ctr" fontAlgn="b">
                        <a:buNone/>
                      </a:pPr>
                      <a:r>
                        <a:rPr lang="en-US" sz="2000" u="none" strike="noStrike">
                          <a:effectLst/>
                        </a:rPr>
                        <a:t>Base</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Delta</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SFC%</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SpThrust%</a:t>
                      </a:r>
                      <a:endParaRPr lang="en-US" sz="2000" b="0" i="0" u="none" strike="noStrike">
                        <a:solidFill>
                          <a:srgbClr val="000000"/>
                        </a:solidFill>
                        <a:effectLst/>
                        <a:latin typeface="Aptos Narrow" panose="020B0004020202020204" pitchFamily="34" charset="0"/>
                      </a:endParaRPr>
                    </a:p>
                  </a:txBody>
                  <a:tcPr marL="6807" marR="6807" marT="6807" marB="0" anchor="ctr"/>
                </a:tc>
                <a:extLst>
                  <a:ext uri="{0D108BD9-81ED-4DB2-BD59-A6C34878D82A}">
                    <a16:rowId xmlns:a16="http://schemas.microsoft.com/office/drawing/2014/main" val="414927840"/>
                  </a:ext>
                </a:extLst>
              </a:tr>
              <a:tr h="429986">
                <a:tc>
                  <a:txBody>
                    <a:bodyPr/>
                    <a:lstStyle/>
                    <a:p>
                      <a:pPr algn="ctr" fontAlgn="b">
                        <a:buNone/>
                      </a:pPr>
                      <a:r>
                        <a:rPr lang="en-US" sz="2000" u="none" strike="noStrike">
                          <a:effectLst/>
                        </a:rPr>
                        <a:t>Inner Fan Pressure Ratio</a:t>
                      </a:r>
                      <a:endParaRPr lang="en-US" sz="2000" b="1"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2.8</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0.1</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-0.45</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-0.25</a:t>
                      </a:r>
                      <a:endParaRPr lang="en-US" sz="2000" b="0" i="0" u="none" strike="noStrike">
                        <a:solidFill>
                          <a:srgbClr val="000000"/>
                        </a:solidFill>
                        <a:effectLst/>
                        <a:latin typeface="Aptos Narrow" panose="020B0004020202020204" pitchFamily="34" charset="0"/>
                      </a:endParaRPr>
                    </a:p>
                  </a:txBody>
                  <a:tcPr marL="6807" marR="6807" marT="6807" marB="0" anchor="ctr"/>
                </a:tc>
                <a:extLst>
                  <a:ext uri="{0D108BD9-81ED-4DB2-BD59-A6C34878D82A}">
                    <a16:rowId xmlns:a16="http://schemas.microsoft.com/office/drawing/2014/main" val="3469833245"/>
                  </a:ext>
                </a:extLst>
              </a:tr>
              <a:tr h="440871">
                <a:tc>
                  <a:txBody>
                    <a:bodyPr/>
                    <a:lstStyle/>
                    <a:p>
                      <a:pPr algn="ctr" fontAlgn="b">
                        <a:buNone/>
                      </a:pPr>
                      <a:r>
                        <a:rPr lang="en-US" sz="2000" u="none" strike="noStrike">
                          <a:effectLst/>
                        </a:rPr>
                        <a:t>Outer Fan Pressure Ratio</a:t>
                      </a:r>
                      <a:endParaRPr lang="en-US" sz="2000" b="1"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2.8</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0.1</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-0.42</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0.42</a:t>
                      </a:r>
                      <a:endParaRPr lang="en-US" sz="2000" b="0" i="0" u="none" strike="noStrike">
                        <a:solidFill>
                          <a:srgbClr val="000000"/>
                        </a:solidFill>
                        <a:effectLst/>
                        <a:latin typeface="Aptos Narrow" panose="020B0004020202020204" pitchFamily="34" charset="0"/>
                      </a:endParaRPr>
                    </a:p>
                  </a:txBody>
                  <a:tcPr marL="6807" marR="6807" marT="6807" marB="0" anchor="ctr"/>
                </a:tc>
                <a:extLst>
                  <a:ext uri="{0D108BD9-81ED-4DB2-BD59-A6C34878D82A}">
                    <a16:rowId xmlns:a16="http://schemas.microsoft.com/office/drawing/2014/main" val="1953549681"/>
                  </a:ext>
                </a:extLst>
              </a:tr>
              <a:tr h="413658">
                <a:tc>
                  <a:txBody>
                    <a:bodyPr/>
                    <a:lstStyle/>
                    <a:p>
                      <a:pPr algn="ctr" fontAlgn="b">
                        <a:buNone/>
                      </a:pPr>
                      <a:r>
                        <a:rPr lang="en-US" sz="2000" u="none" strike="noStrike">
                          <a:effectLst/>
                        </a:rPr>
                        <a:t>Design Bypass Ratio</a:t>
                      </a:r>
                      <a:endParaRPr lang="en-US" sz="2000" b="1"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1.41961</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0.2</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-2.67</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-5.1</a:t>
                      </a:r>
                      <a:endParaRPr lang="en-US" sz="2000" b="0" i="0" u="none" strike="noStrike">
                        <a:solidFill>
                          <a:srgbClr val="000000"/>
                        </a:solidFill>
                        <a:effectLst/>
                        <a:latin typeface="Aptos Narrow" panose="020B0004020202020204" pitchFamily="34" charset="0"/>
                      </a:endParaRPr>
                    </a:p>
                  </a:txBody>
                  <a:tcPr marL="6807" marR="6807" marT="6807" marB="0" anchor="ctr"/>
                </a:tc>
                <a:extLst>
                  <a:ext uri="{0D108BD9-81ED-4DB2-BD59-A6C34878D82A}">
                    <a16:rowId xmlns:a16="http://schemas.microsoft.com/office/drawing/2014/main" val="3105181780"/>
                  </a:ext>
                </a:extLst>
              </a:tr>
              <a:tr h="375557">
                <a:tc>
                  <a:txBody>
                    <a:bodyPr/>
                    <a:lstStyle/>
                    <a:p>
                      <a:pPr algn="ctr" fontAlgn="b">
                        <a:buNone/>
                      </a:pPr>
                      <a:r>
                        <a:rPr lang="en-US" sz="2000" u="none" strike="noStrike">
                          <a:effectLst/>
                        </a:rPr>
                        <a:t>HP Compressor Pressure Ratio</a:t>
                      </a:r>
                      <a:endParaRPr lang="en-US" sz="2000" b="1"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10.5138</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0.1</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-0.12</a:t>
                      </a:r>
                      <a:endParaRPr lang="en-US" sz="2000" b="0" i="0" u="none" strike="noStrike">
                        <a:solidFill>
                          <a:srgbClr val="000000"/>
                        </a:solidFill>
                        <a:effectLst/>
                        <a:latin typeface="Aptos Narrow" panose="020B0004020202020204" pitchFamily="34" charset="0"/>
                      </a:endParaRPr>
                    </a:p>
                  </a:txBody>
                  <a:tcPr marL="6807" marR="6807" marT="6807" marB="0" anchor="ctr"/>
                </a:tc>
                <a:tc>
                  <a:txBody>
                    <a:bodyPr/>
                    <a:lstStyle/>
                    <a:p>
                      <a:pPr algn="ctr" fontAlgn="b">
                        <a:buNone/>
                      </a:pPr>
                      <a:r>
                        <a:rPr lang="en-US" sz="2000" u="none" strike="noStrike">
                          <a:effectLst/>
                        </a:rPr>
                        <a:t>-0.08</a:t>
                      </a:r>
                      <a:endParaRPr lang="en-US" sz="2000" b="0" i="0" u="none" strike="noStrike">
                        <a:solidFill>
                          <a:srgbClr val="000000"/>
                        </a:solidFill>
                        <a:effectLst/>
                        <a:latin typeface="Aptos Narrow" panose="020B0004020202020204" pitchFamily="34" charset="0"/>
                      </a:endParaRPr>
                    </a:p>
                  </a:txBody>
                  <a:tcPr marL="6807" marR="6807" marT="6807" marB="0" anchor="ctr"/>
                </a:tc>
                <a:extLst>
                  <a:ext uri="{0D108BD9-81ED-4DB2-BD59-A6C34878D82A}">
                    <a16:rowId xmlns:a16="http://schemas.microsoft.com/office/drawing/2014/main" val="3730178006"/>
                  </a:ext>
                </a:extLst>
              </a:tr>
            </a:tbl>
          </a:graphicData>
        </a:graphic>
      </p:graphicFrame>
    </p:spTree>
    <p:extLst>
      <p:ext uri="{BB962C8B-B14F-4D97-AF65-F5344CB8AC3E}">
        <p14:creationId xmlns:p14="http://schemas.microsoft.com/office/powerpoint/2010/main" val="1916125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1D4B8-F75A-97E1-F544-93162D460F56}"/>
              </a:ext>
            </a:extLst>
          </p:cNvPr>
          <p:cNvSpPr>
            <a:spLocks noGrp="1"/>
          </p:cNvSpPr>
          <p:nvPr>
            <p:ph type="title"/>
          </p:nvPr>
        </p:nvSpPr>
        <p:spPr/>
        <p:txBody>
          <a:bodyPr/>
          <a:lstStyle/>
          <a:p>
            <a:r>
              <a:rPr lang="en-US"/>
              <a:t>Final parameters</a:t>
            </a:r>
          </a:p>
        </p:txBody>
      </p:sp>
      <p:graphicFrame>
        <p:nvGraphicFramePr>
          <p:cNvPr id="4" name="Content Placeholder 5">
            <a:extLst>
              <a:ext uri="{FF2B5EF4-FFF2-40B4-BE49-F238E27FC236}">
                <a16:creationId xmlns:a16="http://schemas.microsoft.com/office/drawing/2014/main" id="{06B1D8C3-5EA3-479F-F19B-C37EE6FB5C47}"/>
              </a:ext>
            </a:extLst>
          </p:cNvPr>
          <p:cNvGraphicFramePr>
            <a:graphicFrameLocks/>
          </p:cNvGraphicFramePr>
          <p:nvPr>
            <p:extLst>
              <p:ext uri="{D42A27DB-BD31-4B8C-83A1-F6EECF244321}">
                <p14:modId xmlns:p14="http://schemas.microsoft.com/office/powerpoint/2010/main" val="2829144825"/>
              </p:ext>
            </p:extLst>
          </p:nvPr>
        </p:nvGraphicFramePr>
        <p:xfrm>
          <a:off x="4634136" y="2755147"/>
          <a:ext cx="2920679" cy="3387390"/>
        </p:xfrm>
        <a:graphic>
          <a:graphicData uri="http://schemas.openxmlformats.org/drawingml/2006/table">
            <a:tbl>
              <a:tblPr firstRow="1" bandRow="1">
                <a:tableStyleId>{073A0DAA-6AF3-43AB-8588-CEC1D06C72B9}</a:tableStyleId>
              </a:tblPr>
              <a:tblGrid>
                <a:gridCol w="1542929">
                  <a:extLst>
                    <a:ext uri="{9D8B030D-6E8A-4147-A177-3AD203B41FA5}">
                      <a16:colId xmlns:a16="http://schemas.microsoft.com/office/drawing/2014/main" val="2449498184"/>
                    </a:ext>
                  </a:extLst>
                </a:gridCol>
                <a:gridCol w="1377750">
                  <a:extLst>
                    <a:ext uri="{9D8B030D-6E8A-4147-A177-3AD203B41FA5}">
                      <a16:colId xmlns:a16="http://schemas.microsoft.com/office/drawing/2014/main" val="412121865"/>
                    </a:ext>
                  </a:extLst>
                </a:gridCol>
              </a:tblGrid>
              <a:tr h="677478">
                <a:tc>
                  <a:txBody>
                    <a:bodyPr/>
                    <a:lstStyle/>
                    <a:p>
                      <a:pPr algn="ctr"/>
                      <a:r>
                        <a:rPr lang="en-US"/>
                        <a:t>Parameters</a:t>
                      </a:r>
                    </a:p>
                  </a:txBody>
                  <a:tcPr anchor="ctr"/>
                </a:tc>
                <a:tc>
                  <a:txBody>
                    <a:bodyPr/>
                    <a:lstStyle/>
                    <a:p>
                      <a:pPr algn="ctr"/>
                      <a:r>
                        <a:rPr lang="en-US"/>
                        <a:t>Values</a:t>
                      </a:r>
                    </a:p>
                  </a:txBody>
                  <a:tcPr anchor="ctr"/>
                </a:tc>
                <a:extLst>
                  <a:ext uri="{0D108BD9-81ED-4DB2-BD59-A6C34878D82A}">
                    <a16:rowId xmlns:a16="http://schemas.microsoft.com/office/drawing/2014/main" val="3699925876"/>
                  </a:ext>
                </a:extLst>
              </a:tr>
              <a:tr h="677478">
                <a:tc>
                  <a:txBody>
                    <a:bodyPr/>
                    <a:lstStyle/>
                    <a:p>
                      <a:pPr algn="ctr"/>
                      <a:r>
                        <a:rPr lang="en-US"/>
                        <a:t>OPR</a:t>
                      </a:r>
                    </a:p>
                  </a:txBody>
                  <a:tcPr anchor="ctr"/>
                </a:tc>
                <a:tc>
                  <a:txBody>
                    <a:bodyPr/>
                    <a:lstStyle/>
                    <a:p>
                      <a:pPr algn="ctr"/>
                      <a:r>
                        <a:rPr lang="en-US"/>
                        <a:t>29</a:t>
                      </a:r>
                    </a:p>
                  </a:txBody>
                  <a:tcPr anchor="ctr"/>
                </a:tc>
                <a:extLst>
                  <a:ext uri="{0D108BD9-81ED-4DB2-BD59-A6C34878D82A}">
                    <a16:rowId xmlns:a16="http://schemas.microsoft.com/office/drawing/2014/main" val="2262951218"/>
                  </a:ext>
                </a:extLst>
              </a:tr>
              <a:tr h="677478">
                <a:tc>
                  <a:txBody>
                    <a:bodyPr/>
                    <a:lstStyle/>
                    <a:p>
                      <a:pPr algn="ctr"/>
                      <a:r>
                        <a:rPr lang="en-US"/>
                        <a:t>TET</a:t>
                      </a:r>
                    </a:p>
                  </a:txBody>
                  <a:tcPr anchor="ctr"/>
                </a:tc>
                <a:tc>
                  <a:txBody>
                    <a:bodyPr/>
                    <a:lstStyle/>
                    <a:p>
                      <a:pPr lvl="0" algn="ctr">
                        <a:buNone/>
                      </a:pPr>
                      <a:r>
                        <a:rPr lang="en-US"/>
                        <a:t>1606 K</a:t>
                      </a:r>
                    </a:p>
                  </a:txBody>
                  <a:tcPr anchor="ctr"/>
                </a:tc>
                <a:extLst>
                  <a:ext uri="{0D108BD9-81ED-4DB2-BD59-A6C34878D82A}">
                    <a16:rowId xmlns:a16="http://schemas.microsoft.com/office/drawing/2014/main" val="2243959941"/>
                  </a:ext>
                </a:extLst>
              </a:tr>
              <a:tr h="677478">
                <a:tc>
                  <a:txBody>
                    <a:bodyPr/>
                    <a:lstStyle/>
                    <a:p>
                      <a:pPr algn="ctr"/>
                      <a:r>
                        <a:rPr lang="en-US"/>
                        <a:t>FPR</a:t>
                      </a:r>
                    </a:p>
                  </a:txBody>
                  <a:tcPr anchor="ctr"/>
                </a:tc>
                <a:tc>
                  <a:txBody>
                    <a:bodyPr/>
                    <a:lstStyle/>
                    <a:p>
                      <a:pPr algn="ctr"/>
                      <a:r>
                        <a:rPr lang="en-US"/>
                        <a:t>2.8</a:t>
                      </a:r>
                    </a:p>
                  </a:txBody>
                  <a:tcPr anchor="ctr"/>
                </a:tc>
                <a:extLst>
                  <a:ext uri="{0D108BD9-81ED-4DB2-BD59-A6C34878D82A}">
                    <a16:rowId xmlns:a16="http://schemas.microsoft.com/office/drawing/2014/main" val="3480455362"/>
                  </a:ext>
                </a:extLst>
              </a:tr>
              <a:tr h="677478">
                <a:tc>
                  <a:txBody>
                    <a:bodyPr/>
                    <a:lstStyle/>
                    <a:p>
                      <a:pPr algn="ctr"/>
                      <a:r>
                        <a:rPr lang="en-US"/>
                        <a:t>BPR</a:t>
                      </a:r>
                    </a:p>
                  </a:txBody>
                  <a:tcPr anchor="ctr"/>
                </a:tc>
                <a:tc>
                  <a:txBody>
                    <a:bodyPr/>
                    <a:lstStyle/>
                    <a:p>
                      <a:pPr algn="ctr"/>
                      <a:r>
                        <a:rPr lang="en-US"/>
                        <a:t>1.4</a:t>
                      </a:r>
                    </a:p>
                  </a:txBody>
                  <a:tcPr anchor="ctr"/>
                </a:tc>
                <a:extLst>
                  <a:ext uri="{0D108BD9-81ED-4DB2-BD59-A6C34878D82A}">
                    <a16:rowId xmlns:a16="http://schemas.microsoft.com/office/drawing/2014/main" val="3448018334"/>
                  </a:ext>
                </a:extLst>
              </a:tr>
            </a:tbl>
          </a:graphicData>
        </a:graphic>
      </p:graphicFrame>
    </p:spTree>
    <p:extLst>
      <p:ext uri="{BB962C8B-B14F-4D97-AF65-F5344CB8AC3E}">
        <p14:creationId xmlns:p14="http://schemas.microsoft.com/office/powerpoint/2010/main" val="1218728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A69A-6EC6-9C9C-FABA-87561577E010}"/>
              </a:ext>
            </a:extLst>
          </p:cNvPr>
          <p:cNvSpPr>
            <a:spLocks noGrp="1"/>
          </p:cNvSpPr>
          <p:nvPr>
            <p:ph type="title"/>
          </p:nvPr>
        </p:nvSpPr>
        <p:spPr/>
        <p:txBody>
          <a:bodyPr/>
          <a:lstStyle/>
          <a:p>
            <a:r>
              <a:rPr lang="en-US"/>
              <a:t>H-s (</a:t>
            </a:r>
            <a:r>
              <a:rPr lang="en-US" err="1"/>
              <a:t>mollier</a:t>
            </a:r>
            <a:r>
              <a:rPr lang="en-US"/>
              <a:t>) diagram</a:t>
            </a:r>
          </a:p>
        </p:txBody>
      </p:sp>
      <p:pic>
        <p:nvPicPr>
          <p:cNvPr id="4" name="Picture 3">
            <a:extLst>
              <a:ext uri="{FF2B5EF4-FFF2-40B4-BE49-F238E27FC236}">
                <a16:creationId xmlns:a16="http://schemas.microsoft.com/office/drawing/2014/main" id="{517B9C51-A0F5-C6B9-9D15-C63D4EE153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9912" y="2305658"/>
            <a:ext cx="6389128" cy="4552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939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A20-B63D-E70F-71FF-2609243491BF}"/>
              </a:ext>
            </a:extLst>
          </p:cNvPr>
          <p:cNvSpPr>
            <a:spLocks noGrp="1"/>
          </p:cNvSpPr>
          <p:nvPr>
            <p:ph type="title"/>
          </p:nvPr>
        </p:nvSpPr>
        <p:spPr/>
        <p:txBody>
          <a:bodyPr/>
          <a:lstStyle/>
          <a:p>
            <a:r>
              <a:rPr lang="en-US"/>
              <a:t>Component efficiencies</a:t>
            </a:r>
          </a:p>
        </p:txBody>
      </p:sp>
      <p:graphicFrame>
        <p:nvGraphicFramePr>
          <p:cNvPr id="4" name="Content Placeholder 5">
            <a:extLst>
              <a:ext uri="{FF2B5EF4-FFF2-40B4-BE49-F238E27FC236}">
                <a16:creationId xmlns:a16="http://schemas.microsoft.com/office/drawing/2014/main" id="{25468D0B-9BB7-9C6F-EE1B-D7A333305C81}"/>
              </a:ext>
            </a:extLst>
          </p:cNvPr>
          <p:cNvGraphicFramePr>
            <a:graphicFrameLocks/>
          </p:cNvGraphicFramePr>
          <p:nvPr>
            <p:extLst>
              <p:ext uri="{D42A27DB-BD31-4B8C-83A1-F6EECF244321}">
                <p14:modId xmlns:p14="http://schemas.microsoft.com/office/powerpoint/2010/main" val="3515850058"/>
              </p:ext>
            </p:extLst>
          </p:nvPr>
        </p:nvGraphicFramePr>
        <p:xfrm>
          <a:off x="3232685" y="2352114"/>
          <a:ext cx="5723582" cy="4064868"/>
        </p:xfrm>
        <a:graphic>
          <a:graphicData uri="http://schemas.openxmlformats.org/drawingml/2006/table">
            <a:tbl>
              <a:tblPr firstRow="1" bandRow="1">
                <a:tableStyleId>{073A0DAA-6AF3-43AB-8588-CEC1D06C72B9}</a:tableStyleId>
              </a:tblPr>
              <a:tblGrid>
                <a:gridCol w="3574947">
                  <a:extLst>
                    <a:ext uri="{9D8B030D-6E8A-4147-A177-3AD203B41FA5}">
                      <a16:colId xmlns:a16="http://schemas.microsoft.com/office/drawing/2014/main" val="2449498184"/>
                    </a:ext>
                  </a:extLst>
                </a:gridCol>
                <a:gridCol w="2148635">
                  <a:extLst>
                    <a:ext uri="{9D8B030D-6E8A-4147-A177-3AD203B41FA5}">
                      <a16:colId xmlns:a16="http://schemas.microsoft.com/office/drawing/2014/main" val="412121865"/>
                    </a:ext>
                  </a:extLst>
                </a:gridCol>
              </a:tblGrid>
              <a:tr h="677478">
                <a:tc>
                  <a:txBody>
                    <a:bodyPr/>
                    <a:lstStyle/>
                    <a:p>
                      <a:pPr algn="ctr"/>
                      <a:r>
                        <a:rPr lang="en-US"/>
                        <a:t>Parameters</a:t>
                      </a:r>
                    </a:p>
                  </a:txBody>
                  <a:tcPr anchor="ctr"/>
                </a:tc>
                <a:tc>
                  <a:txBody>
                    <a:bodyPr/>
                    <a:lstStyle/>
                    <a:p>
                      <a:pPr algn="ctr"/>
                      <a:r>
                        <a:rPr lang="en-US"/>
                        <a:t>Values</a:t>
                      </a:r>
                    </a:p>
                  </a:txBody>
                  <a:tcPr anchor="ctr"/>
                </a:tc>
                <a:extLst>
                  <a:ext uri="{0D108BD9-81ED-4DB2-BD59-A6C34878D82A}">
                    <a16:rowId xmlns:a16="http://schemas.microsoft.com/office/drawing/2014/main" val="3699925876"/>
                  </a:ext>
                </a:extLst>
              </a:tr>
              <a:tr h="677478">
                <a:tc>
                  <a:txBody>
                    <a:bodyPr/>
                    <a:lstStyle/>
                    <a:p>
                      <a:pPr algn="ctr"/>
                      <a:r>
                        <a:rPr lang="en-US"/>
                        <a:t>Fan/LPC Polytropic Efficiency</a:t>
                      </a:r>
                    </a:p>
                  </a:txBody>
                  <a:tcPr anchor="ctr"/>
                </a:tc>
                <a:tc>
                  <a:txBody>
                    <a:bodyPr/>
                    <a:lstStyle/>
                    <a:p>
                      <a:pPr algn="ctr"/>
                      <a:r>
                        <a:rPr lang="en-US"/>
                        <a:t>0.92</a:t>
                      </a:r>
                    </a:p>
                  </a:txBody>
                  <a:tcPr anchor="ctr"/>
                </a:tc>
                <a:extLst>
                  <a:ext uri="{0D108BD9-81ED-4DB2-BD59-A6C34878D82A}">
                    <a16:rowId xmlns:a16="http://schemas.microsoft.com/office/drawing/2014/main" val="2262951218"/>
                  </a:ext>
                </a:extLst>
              </a:tr>
              <a:tr h="677478">
                <a:tc>
                  <a:txBody>
                    <a:bodyPr/>
                    <a:lstStyle/>
                    <a:p>
                      <a:pPr algn="ctr"/>
                      <a:r>
                        <a:rPr lang="en-US"/>
                        <a:t>HPC Polytropic Efficiency</a:t>
                      </a:r>
                    </a:p>
                  </a:txBody>
                  <a:tcPr anchor="ctr"/>
                </a:tc>
                <a:tc>
                  <a:txBody>
                    <a:bodyPr/>
                    <a:lstStyle/>
                    <a:p>
                      <a:pPr algn="ctr"/>
                      <a:r>
                        <a:rPr lang="en-US"/>
                        <a:t>0.88</a:t>
                      </a:r>
                    </a:p>
                  </a:txBody>
                  <a:tcPr anchor="ctr"/>
                </a:tc>
                <a:extLst>
                  <a:ext uri="{0D108BD9-81ED-4DB2-BD59-A6C34878D82A}">
                    <a16:rowId xmlns:a16="http://schemas.microsoft.com/office/drawing/2014/main" val="2243959941"/>
                  </a:ext>
                </a:extLst>
              </a:tr>
              <a:tr h="677478">
                <a:tc>
                  <a:txBody>
                    <a:bodyPr/>
                    <a:lstStyle/>
                    <a:p>
                      <a:pPr algn="ctr"/>
                      <a:r>
                        <a:rPr lang="en-US"/>
                        <a:t>Combustion Efficiency</a:t>
                      </a:r>
                    </a:p>
                  </a:txBody>
                  <a:tcPr anchor="ctr"/>
                </a:tc>
                <a:tc>
                  <a:txBody>
                    <a:bodyPr/>
                    <a:lstStyle/>
                    <a:p>
                      <a:pPr algn="ctr"/>
                      <a:r>
                        <a:rPr lang="en-US"/>
                        <a:t>0.99</a:t>
                      </a:r>
                    </a:p>
                  </a:txBody>
                  <a:tcPr anchor="ctr"/>
                </a:tc>
                <a:extLst>
                  <a:ext uri="{0D108BD9-81ED-4DB2-BD59-A6C34878D82A}">
                    <a16:rowId xmlns:a16="http://schemas.microsoft.com/office/drawing/2014/main" val="3480455362"/>
                  </a:ext>
                </a:extLst>
              </a:tr>
              <a:tr h="677478">
                <a:tc>
                  <a:txBody>
                    <a:bodyPr/>
                    <a:lstStyle/>
                    <a:p>
                      <a:pPr algn="ctr"/>
                      <a:r>
                        <a:rPr lang="en-US"/>
                        <a:t>HPT Polytropic Efficiency</a:t>
                      </a:r>
                    </a:p>
                  </a:txBody>
                  <a:tcPr anchor="ctr"/>
                </a:tc>
                <a:tc>
                  <a:txBody>
                    <a:bodyPr/>
                    <a:lstStyle/>
                    <a:p>
                      <a:pPr algn="ctr"/>
                      <a:r>
                        <a:rPr lang="en-US"/>
                        <a:t>0.9</a:t>
                      </a:r>
                    </a:p>
                  </a:txBody>
                  <a:tcPr anchor="ctr"/>
                </a:tc>
                <a:extLst>
                  <a:ext uri="{0D108BD9-81ED-4DB2-BD59-A6C34878D82A}">
                    <a16:rowId xmlns:a16="http://schemas.microsoft.com/office/drawing/2014/main" val="2982648942"/>
                  </a:ext>
                </a:extLst>
              </a:tr>
              <a:tr h="677478">
                <a:tc>
                  <a:txBody>
                    <a:bodyPr/>
                    <a:lstStyle/>
                    <a:p>
                      <a:pPr algn="ctr"/>
                      <a:r>
                        <a:rPr lang="en-US"/>
                        <a:t>LPT Polytropic Efficiency</a:t>
                      </a:r>
                    </a:p>
                  </a:txBody>
                  <a:tcPr anchor="ctr"/>
                </a:tc>
                <a:tc>
                  <a:txBody>
                    <a:bodyPr/>
                    <a:lstStyle/>
                    <a:p>
                      <a:pPr algn="ctr"/>
                      <a:r>
                        <a:rPr lang="en-US"/>
                        <a:t>0.91</a:t>
                      </a:r>
                    </a:p>
                  </a:txBody>
                  <a:tcPr anchor="ctr"/>
                </a:tc>
                <a:extLst>
                  <a:ext uri="{0D108BD9-81ED-4DB2-BD59-A6C34878D82A}">
                    <a16:rowId xmlns:a16="http://schemas.microsoft.com/office/drawing/2014/main" val="501554336"/>
                  </a:ext>
                </a:extLst>
              </a:tr>
            </a:tbl>
          </a:graphicData>
        </a:graphic>
      </p:graphicFrame>
    </p:spTree>
    <p:extLst>
      <p:ext uri="{BB962C8B-B14F-4D97-AF65-F5344CB8AC3E}">
        <p14:creationId xmlns:p14="http://schemas.microsoft.com/office/powerpoint/2010/main" val="1915108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A20-B63D-E70F-71FF-2609243491BF}"/>
              </a:ext>
            </a:extLst>
          </p:cNvPr>
          <p:cNvSpPr>
            <a:spLocks noGrp="1"/>
          </p:cNvSpPr>
          <p:nvPr>
            <p:ph type="title"/>
          </p:nvPr>
        </p:nvSpPr>
        <p:spPr/>
        <p:txBody>
          <a:bodyPr/>
          <a:lstStyle/>
          <a:p>
            <a:r>
              <a:rPr lang="en-US"/>
              <a:t>Bleed flow assumptions</a:t>
            </a:r>
          </a:p>
        </p:txBody>
      </p:sp>
      <p:pic>
        <p:nvPicPr>
          <p:cNvPr id="5" name="Picture 4">
            <a:extLst>
              <a:ext uri="{FF2B5EF4-FFF2-40B4-BE49-F238E27FC236}">
                <a16:creationId xmlns:a16="http://schemas.microsoft.com/office/drawing/2014/main" id="{732D307E-66D0-B3D6-757B-814DA4984086}"/>
              </a:ext>
            </a:extLst>
          </p:cNvPr>
          <p:cNvPicPr>
            <a:picLocks noChangeAspect="1"/>
          </p:cNvPicPr>
          <p:nvPr/>
        </p:nvPicPr>
        <p:blipFill>
          <a:blip r:embed="rId2"/>
          <a:stretch>
            <a:fillRect/>
          </a:stretch>
        </p:blipFill>
        <p:spPr>
          <a:xfrm>
            <a:off x="2964656" y="2491799"/>
            <a:ext cx="6699518" cy="4280476"/>
          </a:xfrm>
          <a:prstGeom prst="rect">
            <a:avLst/>
          </a:prstGeom>
        </p:spPr>
      </p:pic>
    </p:spTree>
    <p:extLst>
      <p:ext uri="{BB962C8B-B14F-4D97-AF65-F5344CB8AC3E}">
        <p14:creationId xmlns:p14="http://schemas.microsoft.com/office/powerpoint/2010/main" val="2450271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A20-B63D-E70F-71FF-2609243491BF}"/>
              </a:ext>
            </a:extLst>
          </p:cNvPr>
          <p:cNvSpPr>
            <a:spLocks noGrp="1"/>
          </p:cNvSpPr>
          <p:nvPr>
            <p:ph type="title"/>
          </p:nvPr>
        </p:nvSpPr>
        <p:spPr/>
        <p:txBody>
          <a:bodyPr/>
          <a:lstStyle/>
          <a:p>
            <a:r>
              <a:rPr lang="en-US"/>
              <a:t>Additional losses</a:t>
            </a:r>
          </a:p>
        </p:txBody>
      </p:sp>
      <mc:AlternateContent xmlns:mc="http://schemas.openxmlformats.org/markup-compatibility/2006" xmlns:a14="http://schemas.microsoft.com/office/drawing/2010/main">
        <mc:Choice Requires="a14">
          <p:graphicFrame>
            <p:nvGraphicFramePr>
              <p:cNvPr id="3" name="Content Placeholder 5">
                <a:extLst>
                  <a:ext uri="{FF2B5EF4-FFF2-40B4-BE49-F238E27FC236}">
                    <a16:creationId xmlns:a16="http://schemas.microsoft.com/office/drawing/2014/main" id="{67843649-9A9A-696F-8053-CAEC78997EE4}"/>
                  </a:ext>
                </a:extLst>
              </p:cNvPr>
              <p:cNvGraphicFramePr>
                <a:graphicFrameLocks/>
              </p:cNvGraphicFramePr>
              <p:nvPr>
                <p:extLst>
                  <p:ext uri="{D42A27DB-BD31-4B8C-83A1-F6EECF244321}">
                    <p14:modId xmlns:p14="http://schemas.microsoft.com/office/powerpoint/2010/main" val="3292536091"/>
                  </p:ext>
                </p:extLst>
              </p:nvPr>
            </p:nvGraphicFramePr>
            <p:xfrm>
              <a:off x="2945510" y="3340667"/>
              <a:ext cx="6297931" cy="2032434"/>
            </p:xfrm>
            <a:graphic>
              <a:graphicData uri="http://schemas.openxmlformats.org/drawingml/2006/table">
                <a:tbl>
                  <a:tblPr firstRow="1" bandRow="1">
                    <a:tableStyleId>{073A0DAA-6AF3-43AB-8588-CEC1D06C72B9}</a:tableStyleId>
                  </a:tblPr>
                  <a:tblGrid>
                    <a:gridCol w="4876325">
                      <a:extLst>
                        <a:ext uri="{9D8B030D-6E8A-4147-A177-3AD203B41FA5}">
                          <a16:colId xmlns:a16="http://schemas.microsoft.com/office/drawing/2014/main" val="2449498184"/>
                        </a:ext>
                      </a:extLst>
                    </a:gridCol>
                    <a:gridCol w="1421606">
                      <a:extLst>
                        <a:ext uri="{9D8B030D-6E8A-4147-A177-3AD203B41FA5}">
                          <a16:colId xmlns:a16="http://schemas.microsoft.com/office/drawing/2014/main" val="412121865"/>
                        </a:ext>
                      </a:extLst>
                    </a:gridCol>
                  </a:tblGrid>
                  <a:tr h="677478">
                    <a:tc>
                      <a:txBody>
                        <a:bodyPr/>
                        <a:lstStyle/>
                        <a:p>
                          <a:pPr algn="ctr"/>
                          <a:r>
                            <a:rPr lang="en-US" sz="2000"/>
                            <a:t>Parameters</a:t>
                          </a:r>
                        </a:p>
                      </a:txBody>
                      <a:tcPr anchor="ctr"/>
                    </a:tc>
                    <a:tc>
                      <a:txBody>
                        <a:bodyPr/>
                        <a:lstStyle/>
                        <a:p>
                          <a:pPr algn="ctr"/>
                          <a:r>
                            <a:rPr lang="en-US" sz="2000"/>
                            <a:t>Values [%]</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sz="2000" i="1" dirty="0" smtClean="0">
                                      <a:latin typeface="Cambria Math" panose="02040503050406030204" pitchFamily="18" charset="0"/>
                                    </a:rPr>
                                  </m:ctrlPr>
                                </m:sSubPr>
                                <m:e>
                                  <m:r>
                                    <a:rPr lang="en-US" sz="2000" dirty="0" smtClean="0">
                                      <a:latin typeface="Cambria Math" panose="02040503050406030204" pitchFamily="18" charset="0"/>
                                    </a:rPr>
                                    <m:t>𝜔</m:t>
                                  </m:r>
                                </m:e>
                                <m:sub>
                                  <m:r>
                                    <a:rPr lang="en-US" sz="2000" b="0" dirty="0" smtClean="0">
                                      <a:latin typeface="Cambria Math" panose="02040503050406030204" pitchFamily="18" charset="0"/>
                                    </a:rPr>
                                    <m:t>2.6</m:t>
                                  </m:r>
                                </m:sub>
                              </m:sSub>
                            </m:oMath>
                          </a14:m>
                          <a:r>
                            <a:rPr lang="en-US" sz="2000"/>
                            <a:t>(Swan neck loss coefficient)</a:t>
                          </a:r>
                        </a:p>
                      </a:txBody>
                      <a:tcPr anchor="ctr"/>
                    </a:tc>
                    <a:tc>
                      <a:txBody>
                        <a:bodyPr/>
                        <a:lstStyle/>
                        <a:p>
                          <a:pPr algn="ctr"/>
                          <a:r>
                            <a:rPr lang="en-US" sz="2000"/>
                            <a:t>2</a:t>
                          </a:r>
                        </a:p>
                      </a:txBody>
                      <a:tcPr anchor="ctr"/>
                    </a:tc>
                    <a:extLst>
                      <a:ext uri="{0D108BD9-81ED-4DB2-BD59-A6C34878D82A}">
                        <a16:rowId xmlns:a16="http://schemas.microsoft.com/office/drawing/2014/main" val="2243959941"/>
                      </a:ext>
                    </a:extLst>
                  </a:tr>
                  <a:tr h="677478">
                    <a:tc>
                      <a:txBody>
                        <a:bodyPr/>
                        <a:lstStyle/>
                        <a:p>
                          <a:pPr algn="ctr"/>
                          <a14:m>
                            <m:oMath xmlns:m="http://schemas.openxmlformats.org/officeDocument/2006/math">
                              <m:sSub>
                                <m:sSubPr>
                                  <m:ctrlPr>
                                    <a:rPr lang="en-US" sz="2000" b="0" i="1" smtClean="0">
                                      <a:latin typeface="Cambria Math" panose="02040503050406030204" pitchFamily="18" charset="0"/>
                                    </a:rPr>
                                  </m:ctrlPr>
                                </m:sSubPr>
                                <m:e>
                                  <m:d>
                                    <m:dPr>
                                      <m:ctrlPr>
                                        <a:rPr lang="en-US" sz="2000" i="1" smtClean="0">
                                          <a:latin typeface="Cambria Math" panose="02040503050406030204" pitchFamily="18" charset="0"/>
                                        </a:rPr>
                                      </m:ctrlPr>
                                    </m:dPr>
                                    <m:e>
                                      <m:f>
                                        <m:fPr>
                                          <m:ctrlPr>
                                            <a:rPr lang="en-US" sz="2000" i="1" smtClean="0">
                                              <a:latin typeface="Cambria Math" panose="02040503050406030204" pitchFamily="18" charset="0"/>
                                            </a:rPr>
                                          </m:ctrlPr>
                                        </m:fPr>
                                        <m:num>
                                          <m:r>
                                            <a:rPr lang="en-US" sz="2000" b="0" smtClean="0">
                                              <a:latin typeface="Cambria Math" panose="02040503050406030204" pitchFamily="18" charset="0"/>
                                            </a:rPr>
                                            <m:t>𝑑</m:t>
                                          </m:r>
                                          <m:sSub>
                                            <m:sSubPr>
                                              <m:ctrlPr>
                                                <a:rPr lang="en-US" sz="2000" b="0" i="1" smtClean="0">
                                                  <a:latin typeface="Cambria Math" panose="02040503050406030204" pitchFamily="18" charset="0"/>
                                                </a:rPr>
                                              </m:ctrlPr>
                                            </m:sSubPr>
                                            <m:e>
                                              <m:r>
                                                <a:rPr lang="en-US" sz="2000" b="0" smtClean="0">
                                                  <a:latin typeface="Cambria Math" panose="02040503050406030204" pitchFamily="18" charset="0"/>
                                                </a:rPr>
                                                <m:t>𝑃</m:t>
                                              </m:r>
                                            </m:e>
                                            <m:sub>
                                              <m:r>
                                                <a:rPr lang="en-US" sz="2000" b="0" smtClean="0">
                                                  <a:latin typeface="Cambria Math" panose="02040503050406030204" pitchFamily="18" charset="0"/>
                                                </a:rPr>
                                                <m:t>𝑡</m:t>
                                              </m:r>
                                            </m:sub>
                                          </m:sSub>
                                        </m:num>
                                        <m:den>
                                          <m:sSub>
                                            <m:sSubPr>
                                              <m:ctrlPr>
                                                <a:rPr lang="en-US" sz="2000" i="1" smtClean="0">
                                                  <a:latin typeface="Cambria Math" panose="02040503050406030204" pitchFamily="18" charset="0"/>
                                                </a:rPr>
                                              </m:ctrlPr>
                                            </m:sSubPr>
                                            <m:e>
                                              <m:r>
                                                <a:rPr lang="en-US" sz="2000" b="0" smtClean="0">
                                                  <a:latin typeface="Cambria Math" panose="02040503050406030204" pitchFamily="18" charset="0"/>
                                                </a:rPr>
                                                <m:t>𝑃</m:t>
                                              </m:r>
                                            </m:e>
                                            <m:sub>
                                              <m:r>
                                                <a:rPr lang="en-US" sz="2000" b="0" smtClean="0">
                                                  <a:latin typeface="Cambria Math" panose="02040503050406030204" pitchFamily="18" charset="0"/>
                                                </a:rPr>
                                                <m:t>𝑡</m:t>
                                              </m:r>
                                            </m:sub>
                                          </m:sSub>
                                        </m:den>
                                      </m:f>
                                    </m:e>
                                  </m:d>
                                </m:e>
                                <m:sub>
                                  <m:r>
                                    <a:rPr lang="en-US" sz="2000" b="0" smtClean="0">
                                      <a:latin typeface="Cambria Math" panose="02040503050406030204" pitchFamily="18" charset="0"/>
                                    </a:rPr>
                                    <m:t>𝑐𝑜𝑚𝑏</m:t>
                                  </m:r>
                                </m:sub>
                              </m:sSub>
                              <m:r>
                                <a:rPr lang="en-US" sz="2000" b="0" smtClean="0">
                                  <a:latin typeface="Cambria Math" panose="02040503050406030204" pitchFamily="18" charset="0"/>
                                </a:rPr>
                                <m:t> </m:t>
                              </m:r>
                            </m:oMath>
                          </a14:m>
                          <a:r>
                            <a:rPr lang="en-US" sz="2000"/>
                            <a:t>(Combustor total pressure loss)</a:t>
                          </a:r>
                        </a:p>
                      </a:txBody>
                      <a:tcPr anchor="ctr"/>
                    </a:tc>
                    <a:tc>
                      <a:txBody>
                        <a:bodyPr/>
                        <a:lstStyle/>
                        <a:p>
                          <a:pPr algn="ctr"/>
                          <a:r>
                            <a:rPr lang="en-US" sz="2000"/>
                            <a:t>2</a:t>
                          </a:r>
                        </a:p>
                      </a:txBody>
                      <a:tcPr anchor="ctr"/>
                    </a:tc>
                    <a:extLst>
                      <a:ext uri="{0D108BD9-81ED-4DB2-BD59-A6C34878D82A}">
                        <a16:rowId xmlns:a16="http://schemas.microsoft.com/office/drawing/2014/main" val="3480455362"/>
                      </a:ext>
                    </a:extLst>
                  </a:tr>
                </a:tbl>
              </a:graphicData>
            </a:graphic>
          </p:graphicFrame>
        </mc:Choice>
        <mc:Fallback xmlns="">
          <p:graphicFrame>
            <p:nvGraphicFramePr>
              <p:cNvPr id="3" name="Content Placeholder 5">
                <a:extLst>
                  <a:ext uri="{FF2B5EF4-FFF2-40B4-BE49-F238E27FC236}">
                    <a16:creationId xmlns:a16="http://schemas.microsoft.com/office/drawing/2014/main" id="{67843649-9A9A-696F-8053-CAEC78997EE4}"/>
                  </a:ext>
                </a:extLst>
              </p:cNvPr>
              <p:cNvGraphicFramePr>
                <a:graphicFrameLocks/>
              </p:cNvGraphicFramePr>
              <p:nvPr>
                <p:extLst>
                  <p:ext uri="{D42A27DB-BD31-4B8C-83A1-F6EECF244321}">
                    <p14:modId xmlns:p14="http://schemas.microsoft.com/office/powerpoint/2010/main" val="3292536091"/>
                  </p:ext>
                </p:extLst>
              </p:nvPr>
            </p:nvGraphicFramePr>
            <p:xfrm>
              <a:off x="2945510" y="3340667"/>
              <a:ext cx="6297931" cy="2032434"/>
            </p:xfrm>
            <a:graphic>
              <a:graphicData uri="http://schemas.openxmlformats.org/drawingml/2006/table">
                <a:tbl>
                  <a:tblPr firstRow="1" bandRow="1">
                    <a:tableStyleId>{073A0DAA-6AF3-43AB-8588-CEC1D06C72B9}</a:tableStyleId>
                  </a:tblPr>
                  <a:tblGrid>
                    <a:gridCol w="4876325">
                      <a:extLst>
                        <a:ext uri="{9D8B030D-6E8A-4147-A177-3AD203B41FA5}">
                          <a16:colId xmlns:a16="http://schemas.microsoft.com/office/drawing/2014/main" val="2449498184"/>
                        </a:ext>
                      </a:extLst>
                    </a:gridCol>
                    <a:gridCol w="1421606">
                      <a:extLst>
                        <a:ext uri="{9D8B030D-6E8A-4147-A177-3AD203B41FA5}">
                          <a16:colId xmlns:a16="http://schemas.microsoft.com/office/drawing/2014/main" val="412121865"/>
                        </a:ext>
                      </a:extLst>
                    </a:gridCol>
                  </a:tblGrid>
                  <a:tr h="677478">
                    <a:tc>
                      <a:txBody>
                        <a:bodyPr/>
                        <a:lstStyle/>
                        <a:p>
                          <a:pPr algn="ctr"/>
                          <a:r>
                            <a:rPr lang="en-US" sz="2000"/>
                            <a:t>Parameters</a:t>
                          </a:r>
                        </a:p>
                      </a:txBody>
                      <a:tcPr anchor="ctr"/>
                    </a:tc>
                    <a:tc>
                      <a:txBody>
                        <a:bodyPr/>
                        <a:lstStyle/>
                        <a:p>
                          <a:pPr algn="ctr"/>
                          <a:r>
                            <a:rPr lang="en-US" sz="2000"/>
                            <a:t>Values [%]</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125" t="-100893" r="-29588" b="-100893"/>
                          </a:stretch>
                        </a:blipFill>
                      </a:tcPr>
                    </a:tc>
                    <a:tc>
                      <a:txBody>
                        <a:bodyPr/>
                        <a:lstStyle/>
                        <a:p>
                          <a:pPr algn="ctr"/>
                          <a:r>
                            <a:rPr lang="en-US" sz="2000"/>
                            <a:t>2</a:t>
                          </a:r>
                        </a:p>
                      </a:txBody>
                      <a:tcPr anchor="ctr"/>
                    </a:tc>
                    <a:extLst>
                      <a:ext uri="{0D108BD9-81ED-4DB2-BD59-A6C34878D82A}">
                        <a16:rowId xmlns:a16="http://schemas.microsoft.com/office/drawing/2014/main" val="2243959941"/>
                      </a:ext>
                    </a:extLst>
                  </a:tr>
                  <a:tr h="677478">
                    <a:tc>
                      <a:txBody>
                        <a:bodyPr/>
                        <a:lstStyle/>
                        <a:p>
                          <a:endParaRPr lang="en-US"/>
                        </a:p>
                      </a:txBody>
                      <a:tcPr anchor="ctr">
                        <a:blipFill>
                          <a:blip r:embed="rId2"/>
                          <a:stretch>
                            <a:fillRect l="-125" t="-202703" r="-29588" b="-1802"/>
                          </a:stretch>
                        </a:blipFill>
                      </a:tcPr>
                    </a:tc>
                    <a:tc>
                      <a:txBody>
                        <a:bodyPr/>
                        <a:lstStyle/>
                        <a:p>
                          <a:pPr algn="ctr"/>
                          <a:r>
                            <a:rPr lang="en-US" sz="2000"/>
                            <a:t>2</a:t>
                          </a:r>
                        </a:p>
                      </a:txBody>
                      <a:tcPr anchor="ctr"/>
                    </a:tc>
                    <a:extLst>
                      <a:ext uri="{0D108BD9-81ED-4DB2-BD59-A6C34878D82A}">
                        <a16:rowId xmlns:a16="http://schemas.microsoft.com/office/drawing/2014/main" val="3480455362"/>
                      </a:ext>
                    </a:extLst>
                  </a:tr>
                </a:tbl>
              </a:graphicData>
            </a:graphic>
          </p:graphicFrame>
        </mc:Fallback>
      </mc:AlternateContent>
    </p:spTree>
    <p:extLst>
      <p:ext uri="{BB962C8B-B14F-4D97-AF65-F5344CB8AC3E}">
        <p14:creationId xmlns:p14="http://schemas.microsoft.com/office/powerpoint/2010/main" val="3326324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75DCF-029D-D82C-D653-DE52525F3B6C}"/>
              </a:ext>
            </a:extLst>
          </p:cNvPr>
          <p:cNvSpPr>
            <a:spLocks noGrp="1"/>
          </p:cNvSpPr>
          <p:nvPr>
            <p:ph type="title"/>
          </p:nvPr>
        </p:nvSpPr>
        <p:spPr/>
        <p:txBody>
          <a:bodyPr/>
          <a:lstStyle/>
          <a:p>
            <a:r>
              <a:rPr lang="en-US"/>
              <a:t>Thermodynamic properties</a:t>
            </a:r>
          </a:p>
        </p:txBody>
      </p:sp>
    </p:spTree>
    <p:extLst>
      <p:ext uri="{BB962C8B-B14F-4D97-AF65-F5344CB8AC3E}">
        <p14:creationId xmlns:p14="http://schemas.microsoft.com/office/powerpoint/2010/main" val="4025083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291E2-65B6-3D83-799A-3A40060EB380}"/>
              </a:ext>
            </a:extLst>
          </p:cNvPr>
          <p:cNvSpPr>
            <a:spLocks noGrp="1"/>
          </p:cNvSpPr>
          <p:nvPr>
            <p:ph type="title"/>
          </p:nvPr>
        </p:nvSpPr>
        <p:spPr/>
        <p:txBody>
          <a:bodyPr/>
          <a:lstStyle/>
          <a:p>
            <a:r>
              <a:rPr lang="en-US"/>
              <a:t>Mach assumptions</a:t>
            </a:r>
          </a:p>
        </p:txBody>
      </p:sp>
      <p:graphicFrame>
        <p:nvGraphicFramePr>
          <p:cNvPr id="4" name="Content Placeholder 3">
            <a:extLst>
              <a:ext uri="{FF2B5EF4-FFF2-40B4-BE49-F238E27FC236}">
                <a16:creationId xmlns:a16="http://schemas.microsoft.com/office/drawing/2014/main" id="{3CBDFB4A-64D3-0AAC-9752-E86FA6445013}"/>
              </a:ext>
            </a:extLst>
          </p:cNvPr>
          <p:cNvGraphicFramePr>
            <a:graphicFrameLocks noGrp="1"/>
          </p:cNvGraphicFramePr>
          <p:nvPr>
            <p:ph idx="1"/>
            <p:extLst>
              <p:ext uri="{D42A27DB-BD31-4B8C-83A1-F6EECF244321}">
                <p14:modId xmlns:p14="http://schemas.microsoft.com/office/powerpoint/2010/main" val="2190935937"/>
              </p:ext>
            </p:extLst>
          </p:nvPr>
        </p:nvGraphicFramePr>
        <p:xfrm>
          <a:off x="3867245" y="2659857"/>
          <a:ext cx="4454462" cy="3566160"/>
        </p:xfrm>
        <a:graphic>
          <a:graphicData uri="http://schemas.openxmlformats.org/drawingml/2006/table">
            <a:tbl>
              <a:tblPr firstRow="1" bandRow="1">
                <a:tableStyleId>{073A0DAA-6AF3-43AB-8588-CEC1D06C72B9}</a:tableStyleId>
              </a:tblPr>
              <a:tblGrid>
                <a:gridCol w="2589943">
                  <a:extLst>
                    <a:ext uri="{9D8B030D-6E8A-4147-A177-3AD203B41FA5}">
                      <a16:colId xmlns:a16="http://schemas.microsoft.com/office/drawing/2014/main" val="2681401637"/>
                    </a:ext>
                  </a:extLst>
                </a:gridCol>
                <a:gridCol w="1864519">
                  <a:extLst>
                    <a:ext uri="{9D8B030D-6E8A-4147-A177-3AD203B41FA5}">
                      <a16:colId xmlns:a16="http://schemas.microsoft.com/office/drawing/2014/main" val="2778948142"/>
                    </a:ext>
                  </a:extLst>
                </a:gridCol>
              </a:tblGrid>
              <a:tr h="370840">
                <a:tc>
                  <a:txBody>
                    <a:bodyPr/>
                    <a:lstStyle/>
                    <a:p>
                      <a:pPr algn="ctr"/>
                      <a:r>
                        <a:rPr lang="en-US" sz="2400"/>
                        <a:t>Location</a:t>
                      </a:r>
                    </a:p>
                  </a:txBody>
                  <a:tcPr anchor="ctr"/>
                </a:tc>
                <a:tc>
                  <a:txBody>
                    <a:bodyPr/>
                    <a:lstStyle/>
                    <a:p>
                      <a:pPr algn="ctr"/>
                      <a:r>
                        <a:rPr lang="en-US" sz="2400"/>
                        <a:t>Mach</a:t>
                      </a:r>
                    </a:p>
                  </a:txBody>
                  <a:tcPr anchor="ctr"/>
                </a:tc>
                <a:extLst>
                  <a:ext uri="{0D108BD9-81ED-4DB2-BD59-A6C34878D82A}">
                    <a16:rowId xmlns:a16="http://schemas.microsoft.com/office/drawing/2014/main" val="2562626518"/>
                  </a:ext>
                </a:extLst>
              </a:tr>
              <a:tr h="370840">
                <a:tc>
                  <a:txBody>
                    <a:bodyPr/>
                    <a:lstStyle/>
                    <a:p>
                      <a:pPr algn="ctr"/>
                      <a:r>
                        <a:rPr lang="en-US" sz="2400"/>
                        <a:t>Fan Inlet</a:t>
                      </a:r>
                    </a:p>
                  </a:txBody>
                  <a:tcPr anchor="ctr"/>
                </a:tc>
                <a:tc>
                  <a:txBody>
                    <a:bodyPr/>
                    <a:lstStyle/>
                    <a:p>
                      <a:pPr algn="ctr"/>
                      <a:r>
                        <a:rPr lang="en-US" sz="2400"/>
                        <a:t>0.5</a:t>
                      </a:r>
                    </a:p>
                  </a:txBody>
                  <a:tcPr anchor="ctr"/>
                </a:tc>
                <a:extLst>
                  <a:ext uri="{0D108BD9-81ED-4DB2-BD59-A6C34878D82A}">
                    <a16:rowId xmlns:a16="http://schemas.microsoft.com/office/drawing/2014/main" val="2898421737"/>
                  </a:ext>
                </a:extLst>
              </a:tr>
              <a:tr h="370840">
                <a:tc>
                  <a:txBody>
                    <a:bodyPr/>
                    <a:lstStyle/>
                    <a:p>
                      <a:pPr algn="ctr"/>
                      <a:r>
                        <a:rPr lang="en-US" sz="2400"/>
                        <a:t>Fan Exit</a:t>
                      </a:r>
                    </a:p>
                  </a:txBody>
                  <a:tcPr anchor="ctr"/>
                </a:tc>
                <a:tc>
                  <a:txBody>
                    <a:bodyPr/>
                    <a:lstStyle/>
                    <a:p>
                      <a:pPr algn="ctr"/>
                      <a:r>
                        <a:rPr lang="en-US" sz="2400"/>
                        <a:t>0.52</a:t>
                      </a:r>
                    </a:p>
                  </a:txBody>
                  <a:tcPr anchor="ctr"/>
                </a:tc>
                <a:extLst>
                  <a:ext uri="{0D108BD9-81ED-4DB2-BD59-A6C34878D82A}">
                    <a16:rowId xmlns:a16="http://schemas.microsoft.com/office/drawing/2014/main" val="3912361563"/>
                  </a:ext>
                </a:extLst>
              </a:tr>
              <a:tr h="370840">
                <a:tc>
                  <a:txBody>
                    <a:bodyPr/>
                    <a:lstStyle/>
                    <a:p>
                      <a:pPr algn="ctr"/>
                      <a:r>
                        <a:rPr lang="en-US" sz="2400"/>
                        <a:t>HPC Inlet &amp; Exit</a:t>
                      </a:r>
                    </a:p>
                  </a:txBody>
                  <a:tcPr anchor="ctr"/>
                </a:tc>
                <a:tc>
                  <a:txBody>
                    <a:bodyPr/>
                    <a:lstStyle/>
                    <a:p>
                      <a:pPr algn="ctr"/>
                      <a:r>
                        <a:rPr lang="en-US" sz="2400"/>
                        <a:t>0.55</a:t>
                      </a:r>
                    </a:p>
                  </a:txBody>
                  <a:tcPr anchor="ctr"/>
                </a:tc>
                <a:extLst>
                  <a:ext uri="{0D108BD9-81ED-4DB2-BD59-A6C34878D82A}">
                    <a16:rowId xmlns:a16="http://schemas.microsoft.com/office/drawing/2014/main" val="846084955"/>
                  </a:ext>
                </a:extLst>
              </a:tr>
              <a:tr h="370840">
                <a:tc>
                  <a:txBody>
                    <a:bodyPr/>
                    <a:lstStyle/>
                    <a:p>
                      <a:pPr algn="ctr"/>
                      <a:r>
                        <a:rPr lang="en-US" sz="2400"/>
                        <a:t>Burner Exit &amp; HPT Exit</a:t>
                      </a:r>
                    </a:p>
                  </a:txBody>
                  <a:tcPr anchor="ctr"/>
                </a:tc>
                <a:tc>
                  <a:txBody>
                    <a:bodyPr/>
                    <a:lstStyle/>
                    <a:p>
                      <a:pPr algn="ctr"/>
                      <a:r>
                        <a:rPr lang="en-US" sz="2400"/>
                        <a:t>0.4</a:t>
                      </a:r>
                    </a:p>
                  </a:txBody>
                  <a:tcPr anchor="ctr"/>
                </a:tc>
                <a:extLst>
                  <a:ext uri="{0D108BD9-81ED-4DB2-BD59-A6C34878D82A}">
                    <a16:rowId xmlns:a16="http://schemas.microsoft.com/office/drawing/2014/main" val="1257278818"/>
                  </a:ext>
                </a:extLst>
              </a:tr>
              <a:tr h="370840">
                <a:tc>
                  <a:txBody>
                    <a:bodyPr/>
                    <a:lstStyle/>
                    <a:p>
                      <a:pPr algn="ctr"/>
                      <a:r>
                        <a:rPr lang="en-US" sz="2400"/>
                        <a:t>LPT Exit</a:t>
                      </a:r>
                    </a:p>
                  </a:txBody>
                  <a:tcPr anchor="ctr"/>
                </a:tc>
                <a:tc>
                  <a:txBody>
                    <a:bodyPr/>
                    <a:lstStyle/>
                    <a:p>
                      <a:pPr algn="ctr"/>
                      <a:r>
                        <a:rPr lang="en-US" sz="2400"/>
                        <a:t>0.5</a:t>
                      </a:r>
                    </a:p>
                  </a:txBody>
                  <a:tcPr anchor="ctr"/>
                </a:tc>
                <a:extLst>
                  <a:ext uri="{0D108BD9-81ED-4DB2-BD59-A6C34878D82A}">
                    <a16:rowId xmlns:a16="http://schemas.microsoft.com/office/drawing/2014/main" val="852702942"/>
                  </a:ext>
                </a:extLst>
              </a:tr>
              <a:tr h="370840">
                <a:tc>
                  <a:txBody>
                    <a:bodyPr/>
                    <a:lstStyle/>
                    <a:p>
                      <a:pPr algn="ctr"/>
                      <a:r>
                        <a:rPr lang="en-US" sz="2400"/>
                        <a:t>Bypass</a:t>
                      </a:r>
                    </a:p>
                  </a:txBody>
                  <a:tcPr anchor="ctr"/>
                </a:tc>
                <a:tc>
                  <a:txBody>
                    <a:bodyPr/>
                    <a:lstStyle/>
                    <a:p>
                      <a:pPr algn="ctr"/>
                      <a:r>
                        <a:rPr lang="en-US" sz="2400"/>
                        <a:t>0.5</a:t>
                      </a:r>
                    </a:p>
                  </a:txBody>
                  <a:tcPr anchor="ctr"/>
                </a:tc>
                <a:extLst>
                  <a:ext uri="{0D108BD9-81ED-4DB2-BD59-A6C34878D82A}">
                    <a16:rowId xmlns:a16="http://schemas.microsoft.com/office/drawing/2014/main" val="2680948664"/>
                  </a:ext>
                </a:extLst>
              </a:tr>
            </a:tbl>
          </a:graphicData>
        </a:graphic>
      </p:graphicFrame>
    </p:spTree>
    <p:extLst>
      <p:ext uri="{BB962C8B-B14F-4D97-AF65-F5344CB8AC3E}">
        <p14:creationId xmlns:p14="http://schemas.microsoft.com/office/powerpoint/2010/main" val="641559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0AA20-B63D-E70F-71FF-2609243491BF}"/>
              </a:ext>
            </a:extLst>
          </p:cNvPr>
          <p:cNvSpPr>
            <a:spLocks noGrp="1"/>
          </p:cNvSpPr>
          <p:nvPr>
            <p:ph type="title"/>
          </p:nvPr>
        </p:nvSpPr>
        <p:spPr/>
        <p:txBody>
          <a:bodyPr>
            <a:normAutofit/>
          </a:bodyPr>
          <a:lstStyle/>
          <a:p>
            <a:r>
              <a:rPr lang="en-US"/>
              <a:t>Pressure &amp; Temperature</a:t>
            </a:r>
          </a:p>
        </p:txBody>
      </p:sp>
      <p:pic>
        <p:nvPicPr>
          <p:cNvPr id="6" name="Picture 5">
            <a:extLst>
              <a:ext uri="{FF2B5EF4-FFF2-40B4-BE49-F238E27FC236}">
                <a16:creationId xmlns:a16="http://schemas.microsoft.com/office/drawing/2014/main" id="{5BD75C3F-4C0F-1D8A-80E3-4114863A6F18}"/>
              </a:ext>
            </a:extLst>
          </p:cNvPr>
          <p:cNvPicPr>
            <a:picLocks noChangeAspect="1"/>
          </p:cNvPicPr>
          <p:nvPr/>
        </p:nvPicPr>
        <p:blipFill>
          <a:blip r:embed="rId2"/>
          <a:stretch>
            <a:fillRect/>
          </a:stretch>
        </p:blipFill>
        <p:spPr>
          <a:xfrm>
            <a:off x="1" y="2684031"/>
            <a:ext cx="6094476" cy="3566160"/>
          </a:xfrm>
          <a:prstGeom prst="rect">
            <a:avLst/>
          </a:prstGeom>
        </p:spPr>
      </p:pic>
      <p:pic>
        <p:nvPicPr>
          <p:cNvPr id="7" name="Picture 6">
            <a:extLst>
              <a:ext uri="{FF2B5EF4-FFF2-40B4-BE49-F238E27FC236}">
                <a16:creationId xmlns:a16="http://schemas.microsoft.com/office/drawing/2014/main" id="{612FA783-ED38-4FEC-FA5F-4AA8B27EB9F9}"/>
              </a:ext>
            </a:extLst>
          </p:cNvPr>
          <p:cNvPicPr>
            <a:picLocks noChangeAspect="1"/>
          </p:cNvPicPr>
          <p:nvPr/>
        </p:nvPicPr>
        <p:blipFill>
          <a:blip r:embed="rId3"/>
          <a:stretch>
            <a:fillRect/>
          </a:stretch>
        </p:blipFill>
        <p:spPr>
          <a:xfrm>
            <a:off x="6094476" y="2684031"/>
            <a:ext cx="6097524" cy="3566160"/>
          </a:xfrm>
          <a:prstGeom prst="rect">
            <a:avLst/>
          </a:prstGeom>
        </p:spPr>
      </p:pic>
    </p:spTree>
    <p:extLst>
      <p:ext uri="{BB962C8B-B14F-4D97-AF65-F5344CB8AC3E}">
        <p14:creationId xmlns:p14="http://schemas.microsoft.com/office/powerpoint/2010/main" val="1509579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C1CF-40B4-7A46-B6E3-72523A9143FD}"/>
              </a:ext>
            </a:extLst>
          </p:cNvPr>
          <p:cNvSpPr>
            <a:spLocks noGrp="1"/>
          </p:cNvSpPr>
          <p:nvPr>
            <p:ph type="title"/>
          </p:nvPr>
        </p:nvSpPr>
        <p:spPr/>
        <p:txBody>
          <a:bodyPr>
            <a:normAutofit/>
          </a:bodyPr>
          <a:lstStyle/>
          <a:p>
            <a:r>
              <a:rPr lang="en-US" err="1"/>
              <a:t>fAN</a:t>
            </a:r>
            <a:r>
              <a:rPr lang="en-US"/>
              <a:t> Face (2)</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9DC16563-D631-BD80-F5B4-B60B845E944B}"/>
                  </a:ext>
                </a:extLst>
              </p:cNvPr>
              <p:cNvGraphicFramePr>
                <a:graphicFrameLocks/>
              </p:cNvGraphicFramePr>
              <p:nvPr>
                <p:extLst>
                  <p:ext uri="{D42A27DB-BD31-4B8C-83A1-F6EECF244321}">
                    <p14:modId xmlns:p14="http://schemas.microsoft.com/office/powerpoint/2010/main" val="142687779"/>
                  </p:ext>
                </p:extLst>
              </p:nvPr>
            </p:nvGraphicFramePr>
            <p:xfrm>
              <a:off x="4022923" y="2792755"/>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𝑇</m:t>
                                  </m:r>
                                </m:e>
                                <m:sub>
                                  <m:r>
                                    <a:rPr lang="en-US" b="0" smtClean="0">
                                      <a:latin typeface="Cambria Math" panose="02040503050406030204" pitchFamily="18" charset="0"/>
                                    </a:rPr>
                                    <m:t>𝑡</m:t>
                                  </m:r>
                                </m:sub>
                              </m:sSub>
                            </m:oMath>
                          </a14:m>
                          <a:r>
                            <a:rPr lang="en-US"/>
                            <a:t> [K]</a:t>
                          </a:r>
                        </a:p>
                      </a:txBody>
                      <a:tcPr anchor="ctr"/>
                    </a:tc>
                    <a:tc>
                      <a:txBody>
                        <a:bodyPr/>
                        <a:lstStyle/>
                        <a:p>
                          <a:pPr algn="ctr"/>
                          <a:r>
                            <a:rPr lang="en-US"/>
                            <a:t>235</a:t>
                          </a:r>
                        </a:p>
                      </a:txBody>
                      <a:tcPr anchor="ctr"/>
                    </a:tc>
                    <a:extLst>
                      <a:ext uri="{0D108BD9-81ED-4DB2-BD59-A6C34878D82A}">
                        <a16:rowId xmlns:a16="http://schemas.microsoft.com/office/drawing/2014/main" val="2262951218"/>
                      </a:ext>
                    </a:extLst>
                  </a:tr>
                  <a:tr h="677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h</m:t>
                                  </m:r>
                                </m:e>
                                <m:sub>
                                  <m:r>
                                    <a:rPr lang="en-US" b="0" smtClean="0">
                                      <a:latin typeface="Cambria Math" panose="02040503050406030204" pitchFamily="18" charset="0"/>
                                    </a:rPr>
                                    <m:t>𝑡</m:t>
                                  </m:r>
                                </m:sub>
                              </m:sSub>
                            </m:oMath>
                          </a14:m>
                          <a:r>
                            <a:rPr lang="en-US"/>
                            <a:t> [kJ/kg]</a:t>
                          </a:r>
                        </a:p>
                      </a:txBody>
                      <a:tcPr anchor="ctr"/>
                    </a:tc>
                    <a:tc>
                      <a:txBody>
                        <a:bodyPr/>
                        <a:lstStyle/>
                        <a:p>
                          <a:pPr algn="ctr"/>
                          <a:r>
                            <a:rPr lang="en-US"/>
                            <a:t>-63357</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14.69</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50</a:t>
                          </a:r>
                        </a:p>
                      </a:txBody>
                      <a:tcPr anchor="ctr"/>
                    </a:tc>
                    <a:extLst>
                      <a:ext uri="{0D108BD9-81ED-4DB2-BD59-A6C34878D82A}">
                        <a16:rowId xmlns:a16="http://schemas.microsoft.com/office/drawing/2014/main" val="1733836282"/>
                      </a:ext>
                    </a:extLst>
                  </a:tr>
                </a:tbl>
              </a:graphicData>
            </a:graphic>
          </p:graphicFrame>
        </mc:Choice>
        <mc:Fallback xmlns="">
          <p:graphicFrame>
            <p:nvGraphicFramePr>
              <p:cNvPr id="4" name="Content Placeholder 5">
                <a:extLst>
                  <a:ext uri="{FF2B5EF4-FFF2-40B4-BE49-F238E27FC236}">
                    <a16:creationId xmlns:a16="http://schemas.microsoft.com/office/drawing/2014/main" id="{9DC16563-D631-BD80-F5B4-B60B845E944B}"/>
                  </a:ext>
                </a:extLst>
              </p:cNvPr>
              <p:cNvGraphicFramePr>
                <a:graphicFrameLocks/>
              </p:cNvGraphicFramePr>
              <p:nvPr>
                <p:extLst>
                  <p:ext uri="{D42A27DB-BD31-4B8C-83A1-F6EECF244321}">
                    <p14:modId xmlns:p14="http://schemas.microsoft.com/office/powerpoint/2010/main" val="142687779"/>
                  </p:ext>
                </p:extLst>
              </p:nvPr>
            </p:nvGraphicFramePr>
            <p:xfrm>
              <a:off x="4022923" y="2792755"/>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295" t="-100901" r="-102065" b="-312613"/>
                          </a:stretch>
                        </a:blipFill>
                      </a:tcPr>
                    </a:tc>
                    <a:tc>
                      <a:txBody>
                        <a:bodyPr/>
                        <a:lstStyle/>
                        <a:p>
                          <a:pPr algn="ctr"/>
                          <a:r>
                            <a:rPr lang="en-US"/>
                            <a:t>235</a:t>
                          </a:r>
                        </a:p>
                      </a:txBody>
                      <a:tcPr anchor="ctr"/>
                    </a:tc>
                    <a:extLst>
                      <a:ext uri="{0D108BD9-81ED-4DB2-BD59-A6C34878D82A}">
                        <a16:rowId xmlns:a16="http://schemas.microsoft.com/office/drawing/2014/main" val="2262951218"/>
                      </a:ext>
                    </a:extLst>
                  </a:tr>
                  <a:tr h="677478">
                    <a:tc>
                      <a:txBody>
                        <a:bodyPr/>
                        <a:lstStyle/>
                        <a:p>
                          <a:endParaRPr lang="en-US"/>
                        </a:p>
                      </a:txBody>
                      <a:tcPr anchor="ctr">
                        <a:blipFill>
                          <a:blip r:embed="rId2"/>
                          <a:stretch>
                            <a:fillRect l="-295" t="-199107" r="-102065" b="-209821"/>
                          </a:stretch>
                        </a:blipFill>
                      </a:tcPr>
                    </a:tc>
                    <a:tc>
                      <a:txBody>
                        <a:bodyPr/>
                        <a:lstStyle/>
                        <a:p>
                          <a:pPr algn="ctr"/>
                          <a:r>
                            <a:rPr lang="en-US"/>
                            <a:t>-63357</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14.69</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50</a:t>
                          </a:r>
                        </a:p>
                      </a:txBody>
                      <a:tcPr anchor="ctr"/>
                    </a:tc>
                    <a:extLst>
                      <a:ext uri="{0D108BD9-81ED-4DB2-BD59-A6C34878D82A}">
                        <a16:rowId xmlns:a16="http://schemas.microsoft.com/office/drawing/2014/main" val="1733836282"/>
                      </a:ext>
                    </a:extLst>
                  </a:tr>
                </a:tbl>
              </a:graphicData>
            </a:graphic>
          </p:graphicFrame>
        </mc:Fallback>
      </mc:AlternateContent>
    </p:spTree>
    <p:extLst>
      <p:ext uri="{BB962C8B-B14F-4D97-AF65-F5344CB8AC3E}">
        <p14:creationId xmlns:p14="http://schemas.microsoft.com/office/powerpoint/2010/main" val="1902115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C1CF-40B4-7A46-B6E3-72523A9143FD}"/>
              </a:ext>
            </a:extLst>
          </p:cNvPr>
          <p:cNvSpPr>
            <a:spLocks noGrp="1"/>
          </p:cNvSpPr>
          <p:nvPr>
            <p:ph type="title"/>
          </p:nvPr>
        </p:nvSpPr>
        <p:spPr/>
        <p:txBody>
          <a:bodyPr>
            <a:normAutofit/>
          </a:bodyPr>
          <a:lstStyle/>
          <a:p>
            <a:r>
              <a:rPr lang="en-US"/>
              <a:t>HPC Inlet (25)</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273A0EFA-B9F1-D3DD-EDDA-B167702F0988}"/>
                  </a:ext>
                </a:extLst>
              </p:cNvPr>
              <p:cNvGraphicFramePr>
                <a:graphicFrameLocks/>
              </p:cNvGraphicFramePr>
              <p:nvPr>
                <p:extLst>
                  <p:ext uri="{D42A27DB-BD31-4B8C-83A1-F6EECF244321}">
                    <p14:modId xmlns:p14="http://schemas.microsoft.com/office/powerpoint/2010/main" val="1840306704"/>
                  </p:ext>
                </p:extLst>
              </p:nvPr>
            </p:nvGraphicFramePr>
            <p:xfrm>
              <a:off x="4022923" y="2820637"/>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𝑇</m:t>
                                  </m:r>
                                </m:e>
                                <m:sub>
                                  <m:r>
                                    <a:rPr lang="en-US" b="0" smtClean="0">
                                      <a:latin typeface="Cambria Math" panose="02040503050406030204" pitchFamily="18" charset="0"/>
                                    </a:rPr>
                                    <m:t>𝑡</m:t>
                                  </m:r>
                                </m:sub>
                              </m:sSub>
                            </m:oMath>
                          </a14:m>
                          <a:r>
                            <a:rPr lang="en-US"/>
                            <a:t> [K]</a:t>
                          </a:r>
                        </a:p>
                      </a:txBody>
                      <a:tcPr anchor="ctr"/>
                    </a:tc>
                    <a:tc>
                      <a:txBody>
                        <a:bodyPr/>
                        <a:lstStyle/>
                        <a:p>
                          <a:pPr algn="ctr"/>
                          <a:r>
                            <a:rPr lang="en-US"/>
                            <a:t>323.57</a:t>
                          </a:r>
                        </a:p>
                      </a:txBody>
                      <a:tcPr anchor="ctr"/>
                    </a:tc>
                    <a:extLst>
                      <a:ext uri="{0D108BD9-81ED-4DB2-BD59-A6C34878D82A}">
                        <a16:rowId xmlns:a16="http://schemas.microsoft.com/office/drawing/2014/main" val="2262951218"/>
                      </a:ext>
                    </a:extLst>
                  </a:tr>
                  <a:tr h="677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h</m:t>
                                  </m:r>
                                </m:e>
                                <m:sub>
                                  <m:r>
                                    <a:rPr lang="en-US" b="0" smtClean="0">
                                      <a:latin typeface="Cambria Math" panose="02040503050406030204" pitchFamily="18" charset="0"/>
                                    </a:rPr>
                                    <m:t>𝑡</m:t>
                                  </m:r>
                                </m:sub>
                              </m:sSub>
                            </m:oMath>
                          </a14:m>
                          <a:r>
                            <a:rPr lang="en-US"/>
                            <a:t> [kJ/kg]</a:t>
                          </a:r>
                        </a:p>
                      </a:txBody>
                      <a:tcPr anchor="ctr"/>
                    </a:tc>
                    <a:tc>
                      <a:txBody>
                        <a:bodyPr/>
                        <a:lstStyle/>
                        <a:p>
                          <a:pPr algn="ctr"/>
                          <a:r>
                            <a:rPr lang="en-US"/>
                            <a:t>25625</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6.07</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8.75</a:t>
                          </a:r>
                        </a:p>
                      </a:txBody>
                      <a:tcPr anchor="ctr"/>
                    </a:tc>
                    <a:extLst>
                      <a:ext uri="{0D108BD9-81ED-4DB2-BD59-A6C34878D82A}">
                        <a16:rowId xmlns:a16="http://schemas.microsoft.com/office/drawing/2014/main" val="1733836282"/>
                      </a:ext>
                    </a:extLst>
                  </a:tr>
                </a:tbl>
              </a:graphicData>
            </a:graphic>
          </p:graphicFrame>
        </mc:Choice>
        <mc:Fallback xmlns="">
          <p:graphicFrame>
            <p:nvGraphicFramePr>
              <p:cNvPr id="4" name="Content Placeholder 5">
                <a:extLst>
                  <a:ext uri="{FF2B5EF4-FFF2-40B4-BE49-F238E27FC236}">
                    <a16:creationId xmlns:a16="http://schemas.microsoft.com/office/drawing/2014/main" id="{273A0EFA-B9F1-D3DD-EDDA-B167702F0988}"/>
                  </a:ext>
                </a:extLst>
              </p:cNvPr>
              <p:cNvGraphicFramePr>
                <a:graphicFrameLocks/>
              </p:cNvGraphicFramePr>
              <p:nvPr>
                <p:extLst>
                  <p:ext uri="{D42A27DB-BD31-4B8C-83A1-F6EECF244321}">
                    <p14:modId xmlns:p14="http://schemas.microsoft.com/office/powerpoint/2010/main" val="1840306704"/>
                  </p:ext>
                </p:extLst>
              </p:nvPr>
            </p:nvGraphicFramePr>
            <p:xfrm>
              <a:off x="4022923" y="2820637"/>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295" t="-100000" r="-102065" b="-308929"/>
                          </a:stretch>
                        </a:blipFill>
                      </a:tcPr>
                    </a:tc>
                    <a:tc>
                      <a:txBody>
                        <a:bodyPr/>
                        <a:lstStyle/>
                        <a:p>
                          <a:pPr algn="ctr"/>
                          <a:r>
                            <a:rPr lang="en-US"/>
                            <a:t>323.57</a:t>
                          </a:r>
                        </a:p>
                      </a:txBody>
                      <a:tcPr anchor="ctr"/>
                    </a:tc>
                    <a:extLst>
                      <a:ext uri="{0D108BD9-81ED-4DB2-BD59-A6C34878D82A}">
                        <a16:rowId xmlns:a16="http://schemas.microsoft.com/office/drawing/2014/main" val="2262951218"/>
                      </a:ext>
                    </a:extLst>
                  </a:tr>
                  <a:tr h="677478">
                    <a:tc>
                      <a:txBody>
                        <a:bodyPr/>
                        <a:lstStyle/>
                        <a:p>
                          <a:endParaRPr lang="en-US"/>
                        </a:p>
                      </a:txBody>
                      <a:tcPr anchor="ctr">
                        <a:blipFill>
                          <a:blip r:embed="rId2"/>
                          <a:stretch>
                            <a:fillRect l="-295" t="-201802" r="-102065" b="-211712"/>
                          </a:stretch>
                        </a:blipFill>
                      </a:tcPr>
                    </a:tc>
                    <a:tc>
                      <a:txBody>
                        <a:bodyPr/>
                        <a:lstStyle/>
                        <a:p>
                          <a:pPr algn="ctr"/>
                          <a:r>
                            <a:rPr lang="en-US"/>
                            <a:t>25625</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6.07</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8.75</a:t>
                          </a:r>
                        </a:p>
                      </a:txBody>
                      <a:tcPr anchor="ctr"/>
                    </a:tc>
                    <a:extLst>
                      <a:ext uri="{0D108BD9-81ED-4DB2-BD59-A6C34878D82A}">
                        <a16:rowId xmlns:a16="http://schemas.microsoft.com/office/drawing/2014/main" val="1733836282"/>
                      </a:ext>
                    </a:extLst>
                  </a:tr>
                </a:tbl>
              </a:graphicData>
            </a:graphic>
          </p:graphicFrame>
        </mc:Fallback>
      </mc:AlternateContent>
    </p:spTree>
    <p:extLst>
      <p:ext uri="{BB962C8B-B14F-4D97-AF65-F5344CB8AC3E}">
        <p14:creationId xmlns:p14="http://schemas.microsoft.com/office/powerpoint/2010/main" val="1325464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C1CF-40B4-7A46-B6E3-72523A9143FD}"/>
              </a:ext>
            </a:extLst>
          </p:cNvPr>
          <p:cNvSpPr>
            <a:spLocks noGrp="1"/>
          </p:cNvSpPr>
          <p:nvPr>
            <p:ph type="title"/>
          </p:nvPr>
        </p:nvSpPr>
        <p:spPr>
          <a:xfrm>
            <a:off x="405943" y="317814"/>
            <a:ext cx="11321339" cy="1700784"/>
          </a:xfrm>
        </p:spPr>
        <p:txBody>
          <a:bodyPr>
            <a:normAutofit/>
          </a:bodyPr>
          <a:lstStyle/>
          <a:p>
            <a:r>
              <a:rPr lang="en-US"/>
              <a:t>Combustor Inlet(3)</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A7E840D2-E4FD-07AF-CBCB-AFCC1DF5CC7A}"/>
                  </a:ext>
                </a:extLst>
              </p:cNvPr>
              <p:cNvGraphicFramePr>
                <a:graphicFrameLocks/>
              </p:cNvGraphicFramePr>
              <p:nvPr>
                <p:extLst>
                  <p:ext uri="{D42A27DB-BD31-4B8C-83A1-F6EECF244321}">
                    <p14:modId xmlns:p14="http://schemas.microsoft.com/office/powerpoint/2010/main" val="2041073521"/>
                  </p:ext>
                </p:extLst>
              </p:nvPr>
            </p:nvGraphicFramePr>
            <p:xfrm>
              <a:off x="4024447" y="2853012"/>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𝑇</m:t>
                                  </m:r>
                                </m:e>
                                <m:sub>
                                  <m:r>
                                    <a:rPr lang="en-US" b="0" smtClean="0">
                                      <a:latin typeface="Cambria Math" panose="02040503050406030204" pitchFamily="18" charset="0"/>
                                    </a:rPr>
                                    <m:t>𝑡</m:t>
                                  </m:r>
                                </m:sub>
                              </m:sSub>
                            </m:oMath>
                          </a14:m>
                          <a:r>
                            <a:rPr lang="en-US"/>
                            <a:t> [K]</a:t>
                          </a:r>
                        </a:p>
                      </a:txBody>
                      <a:tcPr anchor="ctr"/>
                    </a:tc>
                    <a:tc>
                      <a:txBody>
                        <a:bodyPr/>
                        <a:lstStyle/>
                        <a:p>
                          <a:pPr algn="ctr"/>
                          <a:r>
                            <a:rPr lang="en-US"/>
                            <a:t>682.16</a:t>
                          </a:r>
                        </a:p>
                      </a:txBody>
                      <a:tcPr anchor="ctr"/>
                    </a:tc>
                    <a:extLst>
                      <a:ext uri="{0D108BD9-81ED-4DB2-BD59-A6C34878D82A}">
                        <a16:rowId xmlns:a16="http://schemas.microsoft.com/office/drawing/2014/main" val="2262951218"/>
                      </a:ext>
                    </a:extLst>
                  </a:tr>
                  <a:tr h="677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h</m:t>
                                  </m:r>
                                </m:e>
                                <m:sub>
                                  <m:r>
                                    <a:rPr lang="en-US" b="0" smtClean="0">
                                      <a:latin typeface="Cambria Math" panose="02040503050406030204" pitchFamily="18" charset="0"/>
                                    </a:rPr>
                                    <m:t>𝑡</m:t>
                                  </m:r>
                                </m:sub>
                              </m:sSub>
                            </m:oMath>
                          </a14:m>
                          <a:r>
                            <a:rPr lang="en-US"/>
                            <a:t> [kJ/kg]</a:t>
                          </a:r>
                        </a:p>
                      </a:txBody>
                      <a:tcPr anchor="ctr"/>
                    </a:tc>
                    <a:tc>
                      <a:txBody>
                        <a:bodyPr/>
                        <a:lstStyle/>
                        <a:p>
                          <a:pPr algn="ctr"/>
                          <a:r>
                            <a:rPr lang="en-US"/>
                            <a:t>396123</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5.77</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1.15</a:t>
                          </a:r>
                        </a:p>
                      </a:txBody>
                      <a:tcPr anchor="ctr"/>
                    </a:tc>
                    <a:extLst>
                      <a:ext uri="{0D108BD9-81ED-4DB2-BD59-A6C34878D82A}">
                        <a16:rowId xmlns:a16="http://schemas.microsoft.com/office/drawing/2014/main" val="1733836282"/>
                      </a:ext>
                    </a:extLst>
                  </a:tr>
                </a:tbl>
              </a:graphicData>
            </a:graphic>
          </p:graphicFrame>
        </mc:Choice>
        <mc:Fallback xmlns="">
          <p:graphicFrame>
            <p:nvGraphicFramePr>
              <p:cNvPr id="4" name="Content Placeholder 5">
                <a:extLst>
                  <a:ext uri="{FF2B5EF4-FFF2-40B4-BE49-F238E27FC236}">
                    <a16:creationId xmlns:a16="http://schemas.microsoft.com/office/drawing/2014/main" id="{A7E840D2-E4FD-07AF-CBCB-AFCC1DF5CC7A}"/>
                  </a:ext>
                </a:extLst>
              </p:cNvPr>
              <p:cNvGraphicFramePr>
                <a:graphicFrameLocks/>
              </p:cNvGraphicFramePr>
              <p:nvPr>
                <p:extLst>
                  <p:ext uri="{D42A27DB-BD31-4B8C-83A1-F6EECF244321}">
                    <p14:modId xmlns:p14="http://schemas.microsoft.com/office/powerpoint/2010/main" val="2041073521"/>
                  </p:ext>
                </p:extLst>
              </p:nvPr>
            </p:nvGraphicFramePr>
            <p:xfrm>
              <a:off x="4024447" y="2853012"/>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296" t="-101802" r="-102367" b="-312613"/>
                          </a:stretch>
                        </a:blipFill>
                      </a:tcPr>
                    </a:tc>
                    <a:tc>
                      <a:txBody>
                        <a:bodyPr/>
                        <a:lstStyle/>
                        <a:p>
                          <a:pPr algn="ctr"/>
                          <a:r>
                            <a:rPr lang="en-US"/>
                            <a:t>682.16</a:t>
                          </a:r>
                        </a:p>
                      </a:txBody>
                      <a:tcPr anchor="ctr"/>
                    </a:tc>
                    <a:extLst>
                      <a:ext uri="{0D108BD9-81ED-4DB2-BD59-A6C34878D82A}">
                        <a16:rowId xmlns:a16="http://schemas.microsoft.com/office/drawing/2014/main" val="2262951218"/>
                      </a:ext>
                    </a:extLst>
                  </a:tr>
                  <a:tr h="677478">
                    <a:tc>
                      <a:txBody>
                        <a:bodyPr/>
                        <a:lstStyle/>
                        <a:p>
                          <a:endParaRPr lang="en-US"/>
                        </a:p>
                      </a:txBody>
                      <a:tcPr anchor="ctr">
                        <a:blipFill>
                          <a:blip r:embed="rId2"/>
                          <a:stretch>
                            <a:fillRect l="-296" t="-200000" r="-102367" b="-209821"/>
                          </a:stretch>
                        </a:blipFill>
                      </a:tcPr>
                    </a:tc>
                    <a:tc>
                      <a:txBody>
                        <a:bodyPr/>
                        <a:lstStyle/>
                        <a:p>
                          <a:pPr algn="ctr"/>
                          <a:r>
                            <a:rPr lang="en-US"/>
                            <a:t>396123</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5.77</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1.15</a:t>
                          </a:r>
                        </a:p>
                      </a:txBody>
                      <a:tcPr anchor="ctr"/>
                    </a:tc>
                    <a:extLst>
                      <a:ext uri="{0D108BD9-81ED-4DB2-BD59-A6C34878D82A}">
                        <a16:rowId xmlns:a16="http://schemas.microsoft.com/office/drawing/2014/main" val="1733836282"/>
                      </a:ext>
                    </a:extLst>
                  </a:tr>
                </a:tbl>
              </a:graphicData>
            </a:graphic>
          </p:graphicFrame>
        </mc:Fallback>
      </mc:AlternateContent>
    </p:spTree>
    <p:extLst>
      <p:ext uri="{BB962C8B-B14F-4D97-AF65-F5344CB8AC3E}">
        <p14:creationId xmlns:p14="http://schemas.microsoft.com/office/powerpoint/2010/main" val="723595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C1CF-40B4-7A46-B6E3-72523A9143FD}"/>
              </a:ext>
            </a:extLst>
          </p:cNvPr>
          <p:cNvSpPr>
            <a:spLocks noGrp="1"/>
          </p:cNvSpPr>
          <p:nvPr>
            <p:ph type="title"/>
          </p:nvPr>
        </p:nvSpPr>
        <p:spPr>
          <a:xfrm>
            <a:off x="405943" y="317814"/>
            <a:ext cx="11321339" cy="1700784"/>
          </a:xfrm>
        </p:spPr>
        <p:txBody>
          <a:bodyPr>
            <a:normAutofit/>
          </a:bodyPr>
          <a:lstStyle/>
          <a:p>
            <a:r>
              <a:rPr lang="en-US"/>
              <a:t>COMBUSTOR exit(4)</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120B4DF3-4491-0E91-FF40-A5CC0FB684DA}"/>
                  </a:ext>
                </a:extLst>
              </p:cNvPr>
              <p:cNvGraphicFramePr>
                <a:graphicFrameLocks/>
              </p:cNvGraphicFramePr>
              <p:nvPr>
                <p:extLst>
                  <p:ext uri="{D42A27DB-BD31-4B8C-83A1-F6EECF244321}">
                    <p14:modId xmlns:p14="http://schemas.microsoft.com/office/powerpoint/2010/main" val="3437858319"/>
                  </p:ext>
                </p:extLst>
              </p:nvPr>
            </p:nvGraphicFramePr>
            <p:xfrm>
              <a:off x="4024447" y="2855120"/>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𝑇</m:t>
                                  </m:r>
                                </m:e>
                                <m:sub>
                                  <m:r>
                                    <a:rPr lang="en-US" b="0" smtClean="0">
                                      <a:latin typeface="Cambria Math" panose="02040503050406030204" pitchFamily="18" charset="0"/>
                                    </a:rPr>
                                    <m:t>𝑡</m:t>
                                  </m:r>
                                </m:sub>
                              </m:sSub>
                            </m:oMath>
                          </a14:m>
                          <a:r>
                            <a:rPr lang="en-US"/>
                            <a:t> [K]</a:t>
                          </a:r>
                        </a:p>
                      </a:txBody>
                      <a:tcPr anchor="ctr"/>
                    </a:tc>
                    <a:tc>
                      <a:txBody>
                        <a:bodyPr/>
                        <a:lstStyle/>
                        <a:p>
                          <a:pPr algn="ctr"/>
                          <a:r>
                            <a:rPr lang="en-US"/>
                            <a:t>1606.68</a:t>
                          </a:r>
                        </a:p>
                      </a:txBody>
                      <a:tcPr anchor="ctr"/>
                    </a:tc>
                    <a:extLst>
                      <a:ext uri="{0D108BD9-81ED-4DB2-BD59-A6C34878D82A}">
                        <a16:rowId xmlns:a16="http://schemas.microsoft.com/office/drawing/2014/main" val="2262951218"/>
                      </a:ext>
                    </a:extLst>
                  </a:tr>
                  <a:tr h="677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h</m:t>
                                  </m:r>
                                </m:e>
                                <m:sub>
                                  <m:r>
                                    <a:rPr lang="en-US" b="0" smtClean="0">
                                      <a:latin typeface="Cambria Math" panose="02040503050406030204" pitchFamily="18" charset="0"/>
                                    </a:rPr>
                                    <m:t>𝑡</m:t>
                                  </m:r>
                                </m:sub>
                              </m:sSub>
                            </m:oMath>
                          </a14:m>
                          <a:r>
                            <a:rPr lang="en-US"/>
                            <a:t> [kJ/kg]</a:t>
                          </a:r>
                        </a:p>
                      </a:txBody>
                      <a:tcPr anchor="ctr"/>
                    </a:tc>
                    <a:tc>
                      <a:txBody>
                        <a:bodyPr/>
                        <a:lstStyle/>
                        <a:p>
                          <a:pPr algn="ctr"/>
                          <a:r>
                            <a:rPr lang="en-US"/>
                            <a:t>1528220</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4.93</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1.551</a:t>
                          </a:r>
                        </a:p>
                      </a:txBody>
                      <a:tcPr anchor="ctr"/>
                    </a:tc>
                    <a:extLst>
                      <a:ext uri="{0D108BD9-81ED-4DB2-BD59-A6C34878D82A}">
                        <a16:rowId xmlns:a16="http://schemas.microsoft.com/office/drawing/2014/main" val="1733836282"/>
                      </a:ext>
                    </a:extLst>
                  </a:tr>
                </a:tbl>
              </a:graphicData>
            </a:graphic>
          </p:graphicFrame>
        </mc:Choice>
        <mc:Fallback xmlns="">
          <p:graphicFrame>
            <p:nvGraphicFramePr>
              <p:cNvPr id="4" name="Content Placeholder 5">
                <a:extLst>
                  <a:ext uri="{FF2B5EF4-FFF2-40B4-BE49-F238E27FC236}">
                    <a16:creationId xmlns:a16="http://schemas.microsoft.com/office/drawing/2014/main" id="{120B4DF3-4491-0E91-FF40-A5CC0FB684DA}"/>
                  </a:ext>
                </a:extLst>
              </p:cNvPr>
              <p:cNvGraphicFramePr>
                <a:graphicFrameLocks/>
              </p:cNvGraphicFramePr>
              <p:nvPr>
                <p:extLst>
                  <p:ext uri="{D42A27DB-BD31-4B8C-83A1-F6EECF244321}">
                    <p14:modId xmlns:p14="http://schemas.microsoft.com/office/powerpoint/2010/main" val="3437858319"/>
                  </p:ext>
                </p:extLst>
              </p:nvPr>
            </p:nvGraphicFramePr>
            <p:xfrm>
              <a:off x="4024447" y="2855120"/>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296" t="-100000" r="-102367" b="-308929"/>
                          </a:stretch>
                        </a:blipFill>
                      </a:tcPr>
                    </a:tc>
                    <a:tc>
                      <a:txBody>
                        <a:bodyPr/>
                        <a:lstStyle/>
                        <a:p>
                          <a:pPr algn="ctr"/>
                          <a:r>
                            <a:rPr lang="en-US"/>
                            <a:t>1606.68</a:t>
                          </a:r>
                        </a:p>
                      </a:txBody>
                      <a:tcPr anchor="ctr"/>
                    </a:tc>
                    <a:extLst>
                      <a:ext uri="{0D108BD9-81ED-4DB2-BD59-A6C34878D82A}">
                        <a16:rowId xmlns:a16="http://schemas.microsoft.com/office/drawing/2014/main" val="2262951218"/>
                      </a:ext>
                    </a:extLst>
                  </a:tr>
                  <a:tr h="677478">
                    <a:tc>
                      <a:txBody>
                        <a:bodyPr/>
                        <a:lstStyle/>
                        <a:p>
                          <a:endParaRPr lang="en-US"/>
                        </a:p>
                      </a:txBody>
                      <a:tcPr anchor="ctr">
                        <a:blipFill>
                          <a:blip r:embed="rId2"/>
                          <a:stretch>
                            <a:fillRect l="-296" t="-201802" r="-102367" b="-211712"/>
                          </a:stretch>
                        </a:blipFill>
                      </a:tcPr>
                    </a:tc>
                    <a:tc>
                      <a:txBody>
                        <a:bodyPr/>
                        <a:lstStyle/>
                        <a:p>
                          <a:pPr algn="ctr"/>
                          <a:r>
                            <a:rPr lang="en-US"/>
                            <a:t>1528220</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4.93</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1.551</a:t>
                          </a:r>
                        </a:p>
                      </a:txBody>
                      <a:tcPr anchor="ctr"/>
                    </a:tc>
                    <a:extLst>
                      <a:ext uri="{0D108BD9-81ED-4DB2-BD59-A6C34878D82A}">
                        <a16:rowId xmlns:a16="http://schemas.microsoft.com/office/drawing/2014/main" val="1733836282"/>
                      </a:ext>
                    </a:extLst>
                  </a:tr>
                </a:tbl>
              </a:graphicData>
            </a:graphic>
          </p:graphicFrame>
        </mc:Fallback>
      </mc:AlternateContent>
    </p:spTree>
    <p:extLst>
      <p:ext uri="{BB962C8B-B14F-4D97-AF65-F5344CB8AC3E}">
        <p14:creationId xmlns:p14="http://schemas.microsoft.com/office/powerpoint/2010/main" val="35914174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C1CF-40B4-7A46-B6E3-72523A9143FD}"/>
              </a:ext>
            </a:extLst>
          </p:cNvPr>
          <p:cNvSpPr>
            <a:spLocks noGrp="1"/>
          </p:cNvSpPr>
          <p:nvPr>
            <p:ph type="title"/>
          </p:nvPr>
        </p:nvSpPr>
        <p:spPr/>
        <p:txBody>
          <a:bodyPr>
            <a:normAutofit/>
          </a:bodyPr>
          <a:lstStyle/>
          <a:p>
            <a:r>
              <a:rPr lang="en-US"/>
              <a:t>LPT Inlet (45)</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E9E53CC8-A9F7-59E3-603D-E386B56F6B8F}"/>
                  </a:ext>
                </a:extLst>
              </p:cNvPr>
              <p:cNvGraphicFramePr>
                <a:graphicFrameLocks/>
              </p:cNvGraphicFramePr>
              <p:nvPr>
                <p:extLst>
                  <p:ext uri="{D42A27DB-BD31-4B8C-83A1-F6EECF244321}">
                    <p14:modId xmlns:p14="http://schemas.microsoft.com/office/powerpoint/2010/main" val="1926312831"/>
                  </p:ext>
                </p:extLst>
              </p:nvPr>
            </p:nvGraphicFramePr>
            <p:xfrm>
              <a:off x="4022923" y="2759947"/>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𝑇</m:t>
                                  </m:r>
                                </m:e>
                                <m:sub>
                                  <m:r>
                                    <a:rPr lang="en-US" b="0" smtClean="0">
                                      <a:latin typeface="Cambria Math" panose="02040503050406030204" pitchFamily="18" charset="0"/>
                                    </a:rPr>
                                    <m:t>𝑡</m:t>
                                  </m:r>
                                </m:sub>
                              </m:sSub>
                            </m:oMath>
                          </a14:m>
                          <a:r>
                            <a:rPr lang="en-US"/>
                            <a:t> [K]</a:t>
                          </a:r>
                        </a:p>
                      </a:txBody>
                      <a:tcPr anchor="ctr"/>
                    </a:tc>
                    <a:tc>
                      <a:txBody>
                        <a:bodyPr/>
                        <a:lstStyle/>
                        <a:p>
                          <a:pPr algn="ctr"/>
                          <a:r>
                            <a:rPr lang="en-US"/>
                            <a:t>1174.73</a:t>
                          </a:r>
                        </a:p>
                      </a:txBody>
                      <a:tcPr anchor="ctr"/>
                    </a:tc>
                    <a:extLst>
                      <a:ext uri="{0D108BD9-81ED-4DB2-BD59-A6C34878D82A}">
                        <a16:rowId xmlns:a16="http://schemas.microsoft.com/office/drawing/2014/main" val="2262951218"/>
                      </a:ext>
                    </a:extLst>
                  </a:tr>
                  <a:tr h="677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h</m:t>
                                  </m:r>
                                </m:e>
                                <m:sub>
                                  <m:r>
                                    <a:rPr lang="en-US" b="0" smtClean="0">
                                      <a:latin typeface="Cambria Math" panose="02040503050406030204" pitchFamily="18" charset="0"/>
                                    </a:rPr>
                                    <m:t>𝑡</m:t>
                                  </m:r>
                                </m:sub>
                              </m:sSub>
                            </m:oMath>
                          </a14:m>
                          <a:r>
                            <a:rPr lang="en-US"/>
                            <a:t> [kJ/kg]</a:t>
                          </a:r>
                        </a:p>
                      </a:txBody>
                      <a:tcPr anchor="ctr"/>
                    </a:tc>
                    <a:tc>
                      <a:txBody>
                        <a:bodyPr/>
                        <a:lstStyle/>
                        <a:p>
                          <a:pPr algn="ctr"/>
                          <a:r>
                            <a:rPr lang="en-US"/>
                            <a:t>981613</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5.53</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5.36</a:t>
                          </a:r>
                        </a:p>
                      </a:txBody>
                      <a:tcPr anchor="ctr"/>
                    </a:tc>
                    <a:extLst>
                      <a:ext uri="{0D108BD9-81ED-4DB2-BD59-A6C34878D82A}">
                        <a16:rowId xmlns:a16="http://schemas.microsoft.com/office/drawing/2014/main" val="1733836282"/>
                      </a:ext>
                    </a:extLst>
                  </a:tr>
                </a:tbl>
              </a:graphicData>
            </a:graphic>
          </p:graphicFrame>
        </mc:Choice>
        <mc:Fallback xmlns="">
          <p:graphicFrame>
            <p:nvGraphicFramePr>
              <p:cNvPr id="4" name="Content Placeholder 5">
                <a:extLst>
                  <a:ext uri="{FF2B5EF4-FFF2-40B4-BE49-F238E27FC236}">
                    <a16:creationId xmlns:a16="http://schemas.microsoft.com/office/drawing/2014/main" id="{E9E53CC8-A9F7-59E3-603D-E386B56F6B8F}"/>
                  </a:ext>
                </a:extLst>
              </p:cNvPr>
              <p:cNvGraphicFramePr>
                <a:graphicFrameLocks/>
              </p:cNvGraphicFramePr>
              <p:nvPr>
                <p:extLst>
                  <p:ext uri="{D42A27DB-BD31-4B8C-83A1-F6EECF244321}">
                    <p14:modId xmlns:p14="http://schemas.microsoft.com/office/powerpoint/2010/main" val="1926312831"/>
                  </p:ext>
                </p:extLst>
              </p:nvPr>
            </p:nvGraphicFramePr>
            <p:xfrm>
              <a:off x="4022923" y="2759947"/>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295" t="-100000" r="-102065" b="-308929"/>
                          </a:stretch>
                        </a:blipFill>
                      </a:tcPr>
                    </a:tc>
                    <a:tc>
                      <a:txBody>
                        <a:bodyPr/>
                        <a:lstStyle/>
                        <a:p>
                          <a:pPr algn="ctr"/>
                          <a:r>
                            <a:rPr lang="en-US"/>
                            <a:t>1174.73</a:t>
                          </a:r>
                        </a:p>
                      </a:txBody>
                      <a:tcPr anchor="ctr"/>
                    </a:tc>
                    <a:extLst>
                      <a:ext uri="{0D108BD9-81ED-4DB2-BD59-A6C34878D82A}">
                        <a16:rowId xmlns:a16="http://schemas.microsoft.com/office/drawing/2014/main" val="2262951218"/>
                      </a:ext>
                    </a:extLst>
                  </a:tr>
                  <a:tr h="677478">
                    <a:tc>
                      <a:txBody>
                        <a:bodyPr/>
                        <a:lstStyle/>
                        <a:p>
                          <a:endParaRPr lang="en-US"/>
                        </a:p>
                      </a:txBody>
                      <a:tcPr anchor="ctr">
                        <a:blipFill>
                          <a:blip r:embed="rId2"/>
                          <a:stretch>
                            <a:fillRect l="-295" t="-201802" r="-102065" b="-211712"/>
                          </a:stretch>
                        </a:blipFill>
                      </a:tcPr>
                    </a:tc>
                    <a:tc>
                      <a:txBody>
                        <a:bodyPr/>
                        <a:lstStyle/>
                        <a:p>
                          <a:pPr algn="ctr"/>
                          <a:r>
                            <a:rPr lang="en-US"/>
                            <a:t>981613</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5.53</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5.36</a:t>
                          </a:r>
                        </a:p>
                      </a:txBody>
                      <a:tcPr anchor="ctr"/>
                    </a:tc>
                    <a:extLst>
                      <a:ext uri="{0D108BD9-81ED-4DB2-BD59-A6C34878D82A}">
                        <a16:rowId xmlns:a16="http://schemas.microsoft.com/office/drawing/2014/main" val="1733836282"/>
                      </a:ext>
                    </a:extLst>
                  </a:tr>
                </a:tbl>
              </a:graphicData>
            </a:graphic>
          </p:graphicFrame>
        </mc:Fallback>
      </mc:AlternateContent>
    </p:spTree>
    <p:extLst>
      <p:ext uri="{BB962C8B-B14F-4D97-AF65-F5344CB8AC3E}">
        <p14:creationId xmlns:p14="http://schemas.microsoft.com/office/powerpoint/2010/main" val="2523127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DC1CF-40B4-7A46-B6E3-72523A9143FD}"/>
              </a:ext>
            </a:extLst>
          </p:cNvPr>
          <p:cNvSpPr>
            <a:spLocks noGrp="1"/>
          </p:cNvSpPr>
          <p:nvPr>
            <p:ph type="title"/>
          </p:nvPr>
        </p:nvSpPr>
        <p:spPr/>
        <p:txBody>
          <a:bodyPr>
            <a:normAutofit/>
          </a:bodyPr>
          <a:lstStyle/>
          <a:p>
            <a:r>
              <a:rPr lang="en-US" err="1"/>
              <a:t>eXIT</a:t>
            </a:r>
            <a:r>
              <a:rPr lang="en-US"/>
              <a:t> (8)</a:t>
            </a:r>
          </a:p>
        </p:txBody>
      </p:sp>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4EE41CB1-50BA-5591-D023-DD44A7E27AC7}"/>
                  </a:ext>
                </a:extLst>
              </p:cNvPr>
              <p:cNvGraphicFramePr>
                <a:graphicFrameLocks/>
              </p:cNvGraphicFramePr>
              <p:nvPr>
                <p:extLst>
                  <p:ext uri="{D42A27DB-BD31-4B8C-83A1-F6EECF244321}">
                    <p14:modId xmlns:p14="http://schemas.microsoft.com/office/powerpoint/2010/main" val="578620146"/>
                  </p:ext>
                </p:extLst>
              </p:nvPr>
            </p:nvGraphicFramePr>
            <p:xfrm>
              <a:off x="4022923" y="2716157"/>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pPr algn="ct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𝑇</m:t>
                                  </m:r>
                                </m:e>
                                <m:sub>
                                  <m:r>
                                    <a:rPr lang="en-US" b="0" smtClean="0">
                                      <a:latin typeface="Cambria Math" panose="02040503050406030204" pitchFamily="18" charset="0"/>
                                    </a:rPr>
                                    <m:t>𝑡</m:t>
                                  </m:r>
                                </m:sub>
                              </m:sSub>
                            </m:oMath>
                          </a14:m>
                          <a:r>
                            <a:rPr lang="en-US"/>
                            <a:t> [K]</a:t>
                          </a:r>
                        </a:p>
                      </a:txBody>
                      <a:tcPr anchor="ctr"/>
                    </a:tc>
                    <a:tc>
                      <a:txBody>
                        <a:bodyPr/>
                        <a:lstStyle/>
                        <a:p>
                          <a:pPr algn="ctr"/>
                          <a:r>
                            <a:rPr lang="en-US"/>
                            <a:t>595.23</a:t>
                          </a:r>
                        </a:p>
                      </a:txBody>
                      <a:tcPr anchor="ctr"/>
                    </a:tc>
                    <a:extLst>
                      <a:ext uri="{0D108BD9-81ED-4DB2-BD59-A6C34878D82A}">
                        <a16:rowId xmlns:a16="http://schemas.microsoft.com/office/drawing/2014/main" val="2262951218"/>
                      </a:ext>
                    </a:extLst>
                  </a:tr>
                  <a:tr h="6774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i="1" smtClean="0">
                                      <a:latin typeface="Cambria Math" panose="02040503050406030204" pitchFamily="18" charset="0"/>
                                    </a:rPr>
                                  </m:ctrlPr>
                                </m:sSubPr>
                                <m:e>
                                  <m:r>
                                    <a:rPr lang="en-US" b="0" smtClean="0">
                                      <a:latin typeface="Cambria Math" panose="02040503050406030204" pitchFamily="18" charset="0"/>
                                    </a:rPr>
                                    <m:t>h</m:t>
                                  </m:r>
                                </m:e>
                                <m:sub>
                                  <m:r>
                                    <a:rPr lang="en-US" b="0" smtClean="0">
                                      <a:latin typeface="Cambria Math" panose="02040503050406030204" pitchFamily="18" charset="0"/>
                                    </a:rPr>
                                    <m:t>𝑡</m:t>
                                  </m:r>
                                </m:sub>
                              </m:sSub>
                            </m:oMath>
                          </a14:m>
                          <a:r>
                            <a:rPr lang="en-US"/>
                            <a:t> [kJ/kg]</a:t>
                          </a:r>
                        </a:p>
                      </a:txBody>
                      <a:tcPr anchor="ctr"/>
                    </a:tc>
                    <a:tc>
                      <a:txBody>
                        <a:bodyPr/>
                        <a:lstStyle/>
                        <a:p>
                          <a:pPr algn="ctr"/>
                          <a:r>
                            <a:rPr lang="en-US"/>
                            <a:t>306810</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14.76</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27.601</a:t>
                          </a:r>
                        </a:p>
                      </a:txBody>
                      <a:tcPr anchor="ctr"/>
                    </a:tc>
                    <a:extLst>
                      <a:ext uri="{0D108BD9-81ED-4DB2-BD59-A6C34878D82A}">
                        <a16:rowId xmlns:a16="http://schemas.microsoft.com/office/drawing/2014/main" val="1733836282"/>
                      </a:ext>
                    </a:extLst>
                  </a:tr>
                </a:tbl>
              </a:graphicData>
            </a:graphic>
          </p:graphicFrame>
        </mc:Choice>
        <mc:Fallback xmlns="">
          <p:graphicFrame>
            <p:nvGraphicFramePr>
              <p:cNvPr id="4" name="Content Placeholder 5">
                <a:extLst>
                  <a:ext uri="{FF2B5EF4-FFF2-40B4-BE49-F238E27FC236}">
                    <a16:creationId xmlns:a16="http://schemas.microsoft.com/office/drawing/2014/main" id="{4EE41CB1-50BA-5591-D023-DD44A7E27AC7}"/>
                  </a:ext>
                </a:extLst>
              </p:cNvPr>
              <p:cNvGraphicFramePr>
                <a:graphicFrameLocks/>
              </p:cNvGraphicFramePr>
              <p:nvPr>
                <p:extLst>
                  <p:ext uri="{D42A27DB-BD31-4B8C-83A1-F6EECF244321}">
                    <p14:modId xmlns:p14="http://schemas.microsoft.com/office/powerpoint/2010/main" val="578620146"/>
                  </p:ext>
                </p:extLst>
              </p:nvPr>
            </p:nvGraphicFramePr>
            <p:xfrm>
              <a:off x="4022923" y="2716157"/>
              <a:ext cx="4143105" cy="3387390"/>
            </p:xfrm>
            <a:graphic>
              <a:graphicData uri="http://schemas.openxmlformats.org/drawingml/2006/table">
                <a:tbl>
                  <a:tblPr firstRow="1" bandRow="1">
                    <a:tableStyleId>{073A0DAA-6AF3-43AB-8588-CEC1D06C72B9}</a:tableStyleId>
                  </a:tblPr>
                  <a:tblGrid>
                    <a:gridCol w="2061881">
                      <a:extLst>
                        <a:ext uri="{9D8B030D-6E8A-4147-A177-3AD203B41FA5}">
                          <a16:colId xmlns:a16="http://schemas.microsoft.com/office/drawing/2014/main" val="2449498184"/>
                        </a:ext>
                      </a:extLst>
                    </a:gridCol>
                    <a:gridCol w="2081224">
                      <a:extLst>
                        <a:ext uri="{9D8B030D-6E8A-4147-A177-3AD203B41FA5}">
                          <a16:colId xmlns:a16="http://schemas.microsoft.com/office/drawing/2014/main" val="1627894752"/>
                        </a:ext>
                      </a:extLst>
                    </a:gridCol>
                  </a:tblGrid>
                  <a:tr h="677478">
                    <a:tc>
                      <a:txBody>
                        <a:bodyPr/>
                        <a:lstStyle/>
                        <a:p>
                          <a:pPr algn="ctr"/>
                          <a:r>
                            <a:rPr lang="en-US"/>
                            <a:t>Parameters</a:t>
                          </a:r>
                        </a:p>
                      </a:txBody>
                      <a:tcPr anchor="ctr"/>
                    </a:tc>
                    <a:tc>
                      <a:txBody>
                        <a:bodyPr/>
                        <a:lstStyle/>
                        <a:p>
                          <a:pPr algn="ctr"/>
                          <a:r>
                            <a:rPr lang="en-US"/>
                            <a:t>Gas Turb Values</a:t>
                          </a:r>
                        </a:p>
                      </a:txBody>
                      <a:tcPr anchor="ctr"/>
                    </a:tc>
                    <a:extLst>
                      <a:ext uri="{0D108BD9-81ED-4DB2-BD59-A6C34878D82A}">
                        <a16:rowId xmlns:a16="http://schemas.microsoft.com/office/drawing/2014/main" val="3699925876"/>
                      </a:ext>
                    </a:extLst>
                  </a:tr>
                  <a:tr h="677478">
                    <a:tc>
                      <a:txBody>
                        <a:bodyPr/>
                        <a:lstStyle/>
                        <a:p>
                          <a:endParaRPr lang="en-US"/>
                        </a:p>
                      </a:txBody>
                      <a:tcPr anchor="ctr">
                        <a:blipFill>
                          <a:blip r:embed="rId2"/>
                          <a:stretch>
                            <a:fillRect l="-295" t="-100000" r="-102065" b="-308929"/>
                          </a:stretch>
                        </a:blipFill>
                      </a:tcPr>
                    </a:tc>
                    <a:tc>
                      <a:txBody>
                        <a:bodyPr/>
                        <a:lstStyle/>
                        <a:p>
                          <a:pPr algn="ctr"/>
                          <a:r>
                            <a:rPr lang="en-US"/>
                            <a:t>595.23</a:t>
                          </a:r>
                        </a:p>
                      </a:txBody>
                      <a:tcPr anchor="ctr"/>
                    </a:tc>
                    <a:extLst>
                      <a:ext uri="{0D108BD9-81ED-4DB2-BD59-A6C34878D82A}">
                        <a16:rowId xmlns:a16="http://schemas.microsoft.com/office/drawing/2014/main" val="2262951218"/>
                      </a:ext>
                    </a:extLst>
                  </a:tr>
                  <a:tr h="677478">
                    <a:tc>
                      <a:txBody>
                        <a:bodyPr/>
                        <a:lstStyle/>
                        <a:p>
                          <a:endParaRPr lang="en-US"/>
                        </a:p>
                      </a:txBody>
                      <a:tcPr anchor="ctr">
                        <a:blipFill>
                          <a:blip r:embed="rId2"/>
                          <a:stretch>
                            <a:fillRect l="-295" t="-201802" r="-102065" b="-211712"/>
                          </a:stretch>
                        </a:blipFill>
                      </a:tcPr>
                    </a:tc>
                    <a:tc>
                      <a:txBody>
                        <a:bodyPr/>
                        <a:lstStyle/>
                        <a:p>
                          <a:pPr algn="ctr"/>
                          <a:r>
                            <a:rPr lang="en-US"/>
                            <a:t>306810</a:t>
                          </a:r>
                        </a:p>
                      </a:txBody>
                      <a:tcPr anchor="ctr"/>
                    </a:tc>
                    <a:extLst>
                      <a:ext uri="{0D108BD9-81ED-4DB2-BD59-A6C34878D82A}">
                        <a16:rowId xmlns:a16="http://schemas.microsoft.com/office/drawing/2014/main" val="2243959941"/>
                      </a:ext>
                    </a:extLst>
                  </a:tr>
                  <a:tr h="677478">
                    <a:tc>
                      <a:txBody>
                        <a:bodyPr/>
                        <a:lstStyle/>
                        <a:p>
                          <a:pPr algn="ctr"/>
                          <a:r>
                            <a:rPr lang="en-US"/>
                            <a:t>Mass Flow [kg/s]</a:t>
                          </a:r>
                        </a:p>
                      </a:txBody>
                      <a:tcPr anchor="ctr"/>
                    </a:tc>
                    <a:tc>
                      <a:txBody>
                        <a:bodyPr/>
                        <a:lstStyle/>
                        <a:p>
                          <a:pPr algn="ctr"/>
                          <a:r>
                            <a:rPr lang="en-US"/>
                            <a:t>14.76</a:t>
                          </a:r>
                        </a:p>
                      </a:txBody>
                      <a:tcPr anchor="ctr"/>
                    </a:tc>
                    <a:extLst>
                      <a:ext uri="{0D108BD9-81ED-4DB2-BD59-A6C34878D82A}">
                        <a16:rowId xmlns:a16="http://schemas.microsoft.com/office/drawing/2014/main" val="3480455362"/>
                      </a:ext>
                    </a:extLst>
                  </a:tr>
                  <a:tr h="677478">
                    <a:tc>
                      <a:txBody>
                        <a:bodyPr/>
                        <a:lstStyle/>
                        <a:p>
                          <a:pPr algn="ctr"/>
                          <a:r>
                            <a:rPr lang="en-US"/>
                            <a:t>Corrected Mass Flow [kg/s]</a:t>
                          </a:r>
                        </a:p>
                      </a:txBody>
                      <a:tcPr anchor="ctr"/>
                    </a:tc>
                    <a:tc>
                      <a:txBody>
                        <a:bodyPr/>
                        <a:lstStyle/>
                        <a:p>
                          <a:pPr algn="ctr"/>
                          <a:r>
                            <a:rPr lang="en-US"/>
                            <a:t>27.601</a:t>
                          </a:r>
                        </a:p>
                      </a:txBody>
                      <a:tcPr anchor="ctr"/>
                    </a:tc>
                    <a:extLst>
                      <a:ext uri="{0D108BD9-81ED-4DB2-BD59-A6C34878D82A}">
                        <a16:rowId xmlns:a16="http://schemas.microsoft.com/office/drawing/2014/main" val="1733836282"/>
                      </a:ext>
                    </a:extLst>
                  </a:tr>
                </a:tbl>
              </a:graphicData>
            </a:graphic>
          </p:graphicFrame>
        </mc:Fallback>
      </mc:AlternateContent>
    </p:spTree>
    <p:extLst>
      <p:ext uri="{BB962C8B-B14F-4D97-AF65-F5344CB8AC3E}">
        <p14:creationId xmlns:p14="http://schemas.microsoft.com/office/powerpoint/2010/main" val="2394761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04CB6-BA18-E53B-FA61-1108DD1D9F08}"/>
              </a:ext>
            </a:extLst>
          </p:cNvPr>
          <p:cNvSpPr>
            <a:spLocks noGrp="1"/>
          </p:cNvSpPr>
          <p:nvPr>
            <p:ph type="title"/>
          </p:nvPr>
        </p:nvSpPr>
        <p:spPr/>
        <p:txBody>
          <a:bodyPr/>
          <a:lstStyle/>
          <a:p>
            <a:r>
              <a:rPr lang="en-US"/>
              <a:t>Engine design tables</a:t>
            </a:r>
          </a:p>
        </p:txBody>
      </p:sp>
    </p:spTree>
    <p:extLst>
      <p:ext uri="{BB962C8B-B14F-4D97-AF65-F5344CB8AC3E}">
        <p14:creationId xmlns:p14="http://schemas.microsoft.com/office/powerpoint/2010/main" val="746007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80A0-9681-4EC6-8B8C-6C4A598E2327}"/>
              </a:ext>
            </a:extLst>
          </p:cNvPr>
          <p:cNvSpPr>
            <a:spLocks noGrp="1"/>
          </p:cNvSpPr>
          <p:nvPr>
            <p:ph type="title"/>
          </p:nvPr>
        </p:nvSpPr>
        <p:spPr>
          <a:xfrm>
            <a:off x="960119" y="317814"/>
            <a:ext cx="10612035" cy="1700784"/>
          </a:xfrm>
        </p:spPr>
        <p:txBody>
          <a:bodyPr>
            <a:normAutofit/>
          </a:bodyPr>
          <a:lstStyle/>
          <a:p>
            <a:r>
              <a:rPr lang="en-US"/>
              <a:t>Engine cycle performance</a:t>
            </a:r>
          </a:p>
        </p:txBody>
      </p:sp>
      <p:graphicFrame>
        <p:nvGraphicFramePr>
          <p:cNvPr id="4" name="Content Placeholder 3">
            <a:extLst>
              <a:ext uri="{FF2B5EF4-FFF2-40B4-BE49-F238E27FC236}">
                <a16:creationId xmlns:a16="http://schemas.microsoft.com/office/drawing/2014/main" id="{61CF913A-6A1A-D009-97E4-61478C0F5829}"/>
              </a:ext>
            </a:extLst>
          </p:cNvPr>
          <p:cNvGraphicFramePr>
            <a:graphicFrameLocks noGrp="1"/>
          </p:cNvGraphicFramePr>
          <p:nvPr>
            <p:ph idx="1"/>
            <p:extLst>
              <p:ext uri="{D42A27DB-BD31-4B8C-83A1-F6EECF244321}">
                <p14:modId xmlns:p14="http://schemas.microsoft.com/office/powerpoint/2010/main" val="1973126326"/>
              </p:ext>
            </p:extLst>
          </p:nvPr>
        </p:nvGraphicFramePr>
        <p:xfrm>
          <a:off x="236680" y="2881513"/>
          <a:ext cx="11715591" cy="2783380"/>
        </p:xfrm>
        <a:graphic>
          <a:graphicData uri="http://schemas.openxmlformats.org/drawingml/2006/table">
            <a:tbl>
              <a:tblPr/>
              <a:tblGrid>
                <a:gridCol w="690760">
                  <a:extLst>
                    <a:ext uri="{9D8B030D-6E8A-4147-A177-3AD203B41FA5}">
                      <a16:colId xmlns:a16="http://schemas.microsoft.com/office/drawing/2014/main" val="826090096"/>
                    </a:ext>
                  </a:extLst>
                </a:gridCol>
                <a:gridCol w="863451">
                  <a:extLst>
                    <a:ext uri="{9D8B030D-6E8A-4147-A177-3AD203B41FA5}">
                      <a16:colId xmlns:a16="http://schemas.microsoft.com/office/drawing/2014/main" val="497319121"/>
                    </a:ext>
                  </a:extLst>
                </a:gridCol>
                <a:gridCol w="771491">
                  <a:extLst>
                    <a:ext uri="{9D8B030D-6E8A-4147-A177-3AD203B41FA5}">
                      <a16:colId xmlns:a16="http://schemas.microsoft.com/office/drawing/2014/main" val="2800475438"/>
                    </a:ext>
                  </a:extLst>
                </a:gridCol>
                <a:gridCol w="685583">
                  <a:extLst>
                    <a:ext uri="{9D8B030D-6E8A-4147-A177-3AD203B41FA5}">
                      <a16:colId xmlns:a16="http://schemas.microsoft.com/office/drawing/2014/main" val="12211788"/>
                    </a:ext>
                  </a:extLst>
                </a:gridCol>
                <a:gridCol w="906623">
                  <a:extLst>
                    <a:ext uri="{9D8B030D-6E8A-4147-A177-3AD203B41FA5}">
                      <a16:colId xmlns:a16="http://schemas.microsoft.com/office/drawing/2014/main" val="4130120839"/>
                    </a:ext>
                  </a:extLst>
                </a:gridCol>
                <a:gridCol w="712347">
                  <a:extLst>
                    <a:ext uri="{9D8B030D-6E8A-4147-A177-3AD203B41FA5}">
                      <a16:colId xmlns:a16="http://schemas.microsoft.com/office/drawing/2014/main" val="757839661"/>
                    </a:ext>
                  </a:extLst>
                </a:gridCol>
                <a:gridCol w="1025348">
                  <a:extLst>
                    <a:ext uri="{9D8B030D-6E8A-4147-A177-3AD203B41FA5}">
                      <a16:colId xmlns:a16="http://schemas.microsoft.com/office/drawing/2014/main" val="1260893419"/>
                    </a:ext>
                  </a:extLst>
                </a:gridCol>
                <a:gridCol w="712347">
                  <a:extLst>
                    <a:ext uri="{9D8B030D-6E8A-4147-A177-3AD203B41FA5}">
                      <a16:colId xmlns:a16="http://schemas.microsoft.com/office/drawing/2014/main" val="3542033811"/>
                    </a:ext>
                  </a:extLst>
                </a:gridCol>
                <a:gridCol w="841863">
                  <a:extLst>
                    <a:ext uri="{9D8B030D-6E8A-4147-A177-3AD203B41FA5}">
                      <a16:colId xmlns:a16="http://schemas.microsoft.com/office/drawing/2014/main" val="460722272"/>
                    </a:ext>
                  </a:extLst>
                </a:gridCol>
                <a:gridCol w="831071">
                  <a:extLst>
                    <a:ext uri="{9D8B030D-6E8A-4147-A177-3AD203B41FA5}">
                      <a16:colId xmlns:a16="http://schemas.microsoft.com/office/drawing/2014/main" val="22461564"/>
                    </a:ext>
                  </a:extLst>
                </a:gridCol>
                <a:gridCol w="1338348">
                  <a:extLst>
                    <a:ext uri="{9D8B030D-6E8A-4147-A177-3AD203B41FA5}">
                      <a16:colId xmlns:a16="http://schemas.microsoft.com/office/drawing/2014/main" val="309880436"/>
                    </a:ext>
                  </a:extLst>
                </a:gridCol>
                <a:gridCol w="1430017">
                  <a:extLst>
                    <a:ext uri="{9D8B030D-6E8A-4147-A177-3AD203B41FA5}">
                      <a16:colId xmlns:a16="http://schemas.microsoft.com/office/drawing/2014/main" val="3812419858"/>
                    </a:ext>
                  </a:extLst>
                </a:gridCol>
                <a:gridCol w="906342">
                  <a:extLst>
                    <a:ext uri="{9D8B030D-6E8A-4147-A177-3AD203B41FA5}">
                      <a16:colId xmlns:a16="http://schemas.microsoft.com/office/drawing/2014/main" val="1941411947"/>
                    </a:ext>
                  </a:extLst>
                </a:gridCol>
              </a:tblGrid>
              <a:tr h="556676">
                <a:tc>
                  <a:txBody>
                    <a:bodyPr/>
                    <a:lstStyle/>
                    <a:p>
                      <a:pPr algn="ctr" fontAlgn="b"/>
                      <a:r>
                        <a:rPr lang="en-US" sz="1800" b="1" i="0" u="none" strike="noStrike">
                          <a:solidFill>
                            <a:srgbClr val="000000"/>
                          </a:solidFill>
                          <a:effectLst/>
                          <a:latin typeface="Aptos Narrow" panose="020B0004020202020204" pitchFamily="34" charset="0"/>
                        </a:rPr>
                        <a:t>Case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err="1">
                          <a:solidFill>
                            <a:srgbClr val="000000"/>
                          </a:solidFill>
                          <a:effectLst/>
                          <a:latin typeface="Aptos Narrow" panose="020B0004020202020204" pitchFamily="34" charset="0"/>
                        </a:rPr>
                        <a:t>Pamb</a:t>
                      </a:r>
                      <a:r>
                        <a:rPr lang="en-US" sz="1800" b="1" i="0" u="none" strike="noStrike">
                          <a:solidFill>
                            <a:srgbClr val="000000"/>
                          </a:solidFill>
                          <a:effectLst/>
                          <a:latin typeface="Aptos Narrow" panose="020B0004020202020204" pitchFamily="34" charset="0"/>
                        </a:rPr>
                        <a:t> [kPa]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Tamb [K]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M0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TET [K]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OPR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FPR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BPR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Fnet [kN]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Fnet [lbf]</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TSFC [g/</a:t>
                      </a:r>
                      <a:r>
                        <a:rPr lang="en-US" sz="1800" b="1" i="0" u="none" strike="noStrike" err="1">
                          <a:solidFill>
                            <a:srgbClr val="000000"/>
                          </a:solidFill>
                          <a:effectLst/>
                          <a:latin typeface="Aptos Narrow" panose="020B0004020202020204" pitchFamily="34" charset="0"/>
                        </a:rPr>
                        <a:t>kNs</a:t>
                      </a:r>
                      <a:r>
                        <a:rPr lang="en-US" sz="1800" b="1" i="0" u="none" strike="noStrike">
                          <a:solidFill>
                            <a:srgbClr val="000000"/>
                          </a:solidFill>
                          <a:effectLst/>
                          <a:latin typeface="Aptos Narrow" panose="020B0004020202020204" pitchFamily="34" charset="0"/>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TSFC [(</a:t>
                      </a:r>
                      <a:r>
                        <a:rPr lang="en-US" sz="1800" b="1" i="0" u="none" strike="noStrike" err="1">
                          <a:solidFill>
                            <a:srgbClr val="000000"/>
                          </a:solidFill>
                          <a:effectLst/>
                          <a:latin typeface="Aptos Narrow" panose="020B0004020202020204" pitchFamily="34" charset="0"/>
                        </a:rPr>
                        <a:t>lbm</a:t>
                      </a:r>
                      <a:r>
                        <a:rPr lang="en-US" sz="1800" b="1" i="0" u="none" strike="noStrike">
                          <a:solidFill>
                            <a:srgbClr val="000000"/>
                          </a:solidFill>
                          <a:effectLst/>
                          <a:latin typeface="Aptos Narrow" panose="020B0004020202020204" pitchFamily="34" charset="0"/>
                        </a:rPr>
                        <a:t>/</a:t>
                      </a:r>
                      <a:r>
                        <a:rPr lang="en-US" sz="1800" b="1" i="0" u="none" strike="noStrike" err="1">
                          <a:solidFill>
                            <a:srgbClr val="000000"/>
                          </a:solidFill>
                          <a:effectLst/>
                          <a:latin typeface="Aptos Narrow" panose="020B0004020202020204" pitchFamily="34" charset="0"/>
                        </a:rPr>
                        <a:t>hr</a:t>
                      </a:r>
                      <a:r>
                        <a:rPr lang="en-US" sz="1800" b="1" i="0" u="none" strike="noStrike">
                          <a:solidFill>
                            <a:srgbClr val="000000"/>
                          </a:solidFill>
                          <a:effectLst/>
                          <a:latin typeface="Aptos Narrow" panose="020B0004020202020204" pitchFamily="34" charset="0"/>
                        </a:rPr>
                        <a:t>)/</a:t>
                      </a:r>
                      <a:r>
                        <a:rPr lang="en-US" sz="1800" b="1" i="0" u="none" strike="noStrike" err="1">
                          <a:solidFill>
                            <a:srgbClr val="000000"/>
                          </a:solidFill>
                          <a:effectLst/>
                          <a:latin typeface="Aptos Narrow" panose="020B0004020202020204" pitchFamily="34" charset="0"/>
                        </a:rPr>
                        <a:t>lbf</a:t>
                      </a:r>
                      <a:r>
                        <a:rPr lang="en-US" sz="1800" b="1" i="0" u="none" strike="noStrike">
                          <a:solidFill>
                            <a:srgbClr val="000000"/>
                          </a:solidFill>
                          <a:effectLst/>
                          <a:latin typeface="Aptos Narrow" panose="020B0004020202020204" pitchFamily="34" charset="0"/>
                        </a:rPr>
                        <a: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1" i="0" u="none" strike="noStrike">
                          <a:solidFill>
                            <a:srgbClr val="000000"/>
                          </a:solidFill>
                          <a:effectLst/>
                          <a:latin typeface="Aptos Narrow" panose="020B0004020202020204" pitchFamily="34" charset="0"/>
                        </a:rPr>
                        <a:t>FAR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6209991"/>
                  </a:ext>
                </a:extLst>
              </a:tr>
              <a:tr h="556676">
                <a:tc>
                  <a:txBody>
                    <a:bodyPr/>
                    <a:lstStyle/>
                    <a:p>
                      <a:pPr algn="ctr" fontAlgn="b"/>
                      <a:r>
                        <a:rPr lang="en-US" sz="1800" b="0" i="0" u="none" strike="noStrike">
                          <a:solidFill>
                            <a:srgbClr val="000000"/>
                          </a:solidFill>
                          <a:effectLst/>
                          <a:latin typeface="Aptos Narrow" panose="020B0004020202020204" pitchFamily="34" charset="0"/>
                        </a:rPr>
                        <a:t>SLS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101.33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 288.15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1850.00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30.22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2.84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1.35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30.95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6958.83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18.07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0.6381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0.01127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2177339"/>
                  </a:ext>
                </a:extLst>
              </a:tr>
              <a:tr h="556676">
                <a:tc>
                  <a:txBody>
                    <a:bodyPr/>
                    <a:lstStyle/>
                    <a:p>
                      <a:pPr algn="ctr" fontAlgn="b"/>
                      <a:r>
                        <a:rPr lang="en-US" sz="1800" b="0" i="0" u="none" strike="noStrike">
                          <a:solidFill>
                            <a:srgbClr val="000000"/>
                          </a:solidFill>
                          <a:effectLst/>
                          <a:latin typeface="Aptos Narrow" panose="020B0004020202020204" pitchFamily="34" charset="0"/>
                        </a:rPr>
                        <a:t>RTO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90.81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 282.25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1638.90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24.46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1.49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4551.93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18.32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0.6468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0.00883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6301373"/>
                  </a:ext>
                </a:extLst>
              </a:tr>
              <a:tr h="556676">
                <a:tc>
                  <a:txBody>
                    <a:bodyPr/>
                    <a:lstStyle/>
                    <a:p>
                      <a:pPr algn="ctr" fontAlgn="b"/>
                      <a:r>
                        <a:rPr lang="en-US" sz="1800" b="0" i="0" u="none" strike="noStrike">
                          <a:solidFill>
                            <a:srgbClr val="000000"/>
                          </a:solidFill>
                          <a:effectLst/>
                          <a:latin typeface="Aptos Narrow" panose="020B0004020202020204" pitchFamily="34" charset="0"/>
                        </a:rPr>
                        <a:t>TOC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18.75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 216.70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0.55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1850.00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38.65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3.31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7.27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1634.71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23.62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0.8339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0.01259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6266372"/>
                  </a:ext>
                </a:extLst>
              </a:tr>
              <a:tr h="556676">
                <a:tc>
                  <a:txBody>
                    <a:bodyPr/>
                    <a:lstStyle/>
                    <a:p>
                      <a:pPr algn="ctr" fontAlgn="b"/>
                      <a:r>
                        <a:rPr lang="en-US" sz="1800" b="0" i="0" u="none" strike="noStrike">
                          <a:solidFill>
                            <a:srgbClr val="000000"/>
                          </a:solidFill>
                          <a:effectLst/>
                          <a:latin typeface="Aptos Narrow" panose="020B0004020202020204" pitchFamily="34" charset="0"/>
                        </a:rPr>
                        <a:t>CRZ</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20.65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216.70 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1543.89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28.65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1.43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5.98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1345.25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21.34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0.7533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Aptos Narrow" panose="020B0004020202020204" pitchFamily="34" charset="0"/>
                        </a:rPr>
                        <a:t>0.00874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7657847"/>
                  </a:ext>
                </a:extLst>
              </a:tr>
            </a:tbl>
          </a:graphicData>
        </a:graphic>
      </p:graphicFrame>
    </p:spTree>
    <p:extLst>
      <p:ext uri="{BB962C8B-B14F-4D97-AF65-F5344CB8AC3E}">
        <p14:creationId xmlns:p14="http://schemas.microsoft.com/office/powerpoint/2010/main" val="1773449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C70C-3085-BDCF-E1A3-A452B671E728}"/>
              </a:ext>
            </a:extLst>
          </p:cNvPr>
          <p:cNvSpPr>
            <a:spLocks noGrp="1"/>
          </p:cNvSpPr>
          <p:nvPr>
            <p:ph type="title"/>
          </p:nvPr>
        </p:nvSpPr>
        <p:spPr/>
        <p:txBody>
          <a:bodyPr/>
          <a:lstStyle/>
          <a:p>
            <a:r>
              <a:rPr lang="en-US"/>
              <a:t>fan</a:t>
            </a:r>
          </a:p>
        </p:txBody>
      </p:sp>
      <p:graphicFrame>
        <p:nvGraphicFramePr>
          <p:cNvPr id="5" name="Content Placeholder 4">
            <a:extLst>
              <a:ext uri="{FF2B5EF4-FFF2-40B4-BE49-F238E27FC236}">
                <a16:creationId xmlns:a16="http://schemas.microsoft.com/office/drawing/2014/main" id="{8B19FB74-D7AA-042F-9C09-9741B8D8180C}"/>
              </a:ext>
            </a:extLst>
          </p:cNvPr>
          <p:cNvGraphicFramePr>
            <a:graphicFrameLocks noGrp="1"/>
          </p:cNvGraphicFramePr>
          <p:nvPr>
            <p:ph idx="1"/>
            <p:extLst>
              <p:ext uri="{D42A27DB-BD31-4B8C-83A1-F6EECF244321}">
                <p14:modId xmlns:p14="http://schemas.microsoft.com/office/powerpoint/2010/main" val="2203998447"/>
              </p:ext>
            </p:extLst>
          </p:nvPr>
        </p:nvGraphicFramePr>
        <p:xfrm>
          <a:off x="1065276" y="3112087"/>
          <a:ext cx="10058399" cy="2743200"/>
        </p:xfrm>
        <a:graphic>
          <a:graphicData uri="http://schemas.openxmlformats.org/drawingml/2006/table">
            <a:tbl>
              <a:tblPr/>
              <a:tblGrid>
                <a:gridCol w="967548">
                  <a:extLst>
                    <a:ext uri="{9D8B030D-6E8A-4147-A177-3AD203B41FA5}">
                      <a16:colId xmlns:a16="http://schemas.microsoft.com/office/drawing/2014/main" val="2405256822"/>
                    </a:ext>
                  </a:extLst>
                </a:gridCol>
                <a:gridCol w="1189288">
                  <a:extLst>
                    <a:ext uri="{9D8B030D-6E8A-4147-A177-3AD203B41FA5}">
                      <a16:colId xmlns:a16="http://schemas.microsoft.com/office/drawing/2014/main" val="3561583430"/>
                    </a:ext>
                  </a:extLst>
                </a:gridCol>
                <a:gridCol w="1108659">
                  <a:extLst>
                    <a:ext uri="{9D8B030D-6E8A-4147-A177-3AD203B41FA5}">
                      <a16:colId xmlns:a16="http://schemas.microsoft.com/office/drawing/2014/main" val="1022839604"/>
                    </a:ext>
                  </a:extLst>
                </a:gridCol>
                <a:gridCol w="987695">
                  <a:extLst>
                    <a:ext uri="{9D8B030D-6E8A-4147-A177-3AD203B41FA5}">
                      <a16:colId xmlns:a16="http://schemas.microsoft.com/office/drawing/2014/main" val="133342890"/>
                    </a:ext>
                  </a:extLst>
                </a:gridCol>
                <a:gridCol w="1249730">
                  <a:extLst>
                    <a:ext uri="{9D8B030D-6E8A-4147-A177-3AD203B41FA5}">
                      <a16:colId xmlns:a16="http://schemas.microsoft.com/office/drawing/2014/main" val="3620562857"/>
                    </a:ext>
                  </a:extLst>
                </a:gridCol>
                <a:gridCol w="987695">
                  <a:extLst>
                    <a:ext uri="{9D8B030D-6E8A-4147-A177-3AD203B41FA5}">
                      <a16:colId xmlns:a16="http://schemas.microsoft.com/office/drawing/2014/main" val="789155279"/>
                    </a:ext>
                  </a:extLst>
                </a:gridCol>
                <a:gridCol w="1410988">
                  <a:extLst>
                    <a:ext uri="{9D8B030D-6E8A-4147-A177-3AD203B41FA5}">
                      <a16:colId xmlns:a16="http://schemas.microsoft.com/office/drawing/2014/main" val="1875560682"/>
                    </a:ext>
                  </a:extLst>
                </a:gridCol>
                <a:gridCol w="987695">
                  <a:extLst>
                    <a:ext uri="{9D8B030D-6E8A-4147-A177-3AD203B41FA5}">
                      <a16:colId xmlns:a16="http://schemas.microsoft.com/office/drawing/2014/main" val="4210530632"/>
                    </a:ext>
                  </a:extLst>
                </a:gridCol>
                <a:gridCol w="1169101">
                  <a:extLst>
                    <a:ext uri="{9D8B030D-6E8A-4147-A177-3AD203B41FA5}">
                      <a16:colId xmlns:a16="http://schemas.microsoft.com/office/drawing/2014/main" val="2677594430"/>
                    </a:ext>
                  </a:extLst>
                </a:gridCol>
              </a:tblGrid>
              <a:tr h="548640">
                <a:tc>
                  <a:txBody>
                    <a:bodyPr/>
                    <a:lstStyle/>
                    <a:p>
                      <a:pPr algn="ctr" fontAlgn="ctr">
                        <a:buNone/>
                      </a:pPr>
                      <a:r>
                        <a:rPr lang="en-US" sz="1800" b="1" i="0" u="none" strike="noStrike">
                          <a:solidFill>
                            <a:srgbClr val="000000"/>
                          </a:solidFill>
                          <a:effectLst/>
                          <a:latin typeface="Aptos Narrow" panose="020B0004020202020204" pitchFamily="34" charset="0"/>
                        </a:rPr>
                        <a:t>Case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Ptin [kPa]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Ttin [K]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Wcorr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Power [kW]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Eff [Poly]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Nmech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8207786"/>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SLS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99.30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288.15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49.64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50.65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5612.25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0.9044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113.48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8965305"/>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RTO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91.51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284.47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41.99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46.19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3770.57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0.9519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99.21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4801963"/>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TOC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22.58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229.79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13.64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54.67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1669.45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0.8035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121.20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2458528"/>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CRZ</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26.88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235.00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14.60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49.70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1275.13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0.9262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98.92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9705476"/>
                  </a:ext>
                </a:extLst>
              </a:tr>
            </a:tbl>
          </a:graphicData>
        </a:graphic>
      </p:graphicFrame>
    </p:spTree>
    <p:extLst>
      <p:ext uri="{BB962C8B-B14F-4D97-AF65-F5344CB8AC3E}">
        <p14:creationId xmlns:p14="http://schemas.microsoft.com/office/powerpoint/2010/main" val="3101792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C70C-3085-BDCF-E1A3-A452B671E728}"/>
              </a:ext>
            </a:extLst>
          </p:cNvPr>
          <p:cNvSpPr>
            <a:spLocks noGrp="1"/>
          </p:cNvSpPr>
          <p:nvPr>
            <p:ph type="title"/>
          </p:nvPr>
        </p:nvSpPr>
        <p:spPr/>
        <p:txBody>
          <a:bodyPr/>
          <a:lstStyle/>
          <a:p>
            <a:r>
              <a:rPr lang="en-US"/>
              <a:t>compressor</a:t>
            </a:r>
          </a:p>
        </p:txBody>
      </p:sp>
      <p:graphicFrame>
        <p:nvGraphicFramePr>
          <p:cNvPr id="4" name="Content Placeholder 3">
            <a:extLst>
              <a:ext uri="{FF2B5EF4-FFF2-40B4-BE49-F238E27FC236}">
                <a16:creationId xmlns:a16="http://schemas.microsoft.com/office/drawing/2014/main" id="{76777F88-2A5D-5C72-C591-33FE619B2D6B}"/>
              </a:ext>
            </a:extLst>
          </p:cNvPr>
          <p:cNvGraphicFramePr>
            <a:graphicFrameLocks noGrp="1"/>
          </p:cNvGraphicFramePr>
          <p:nvPr>
            <p:ph idx="1"/>
            <p:extLst>
              <p:ext uri="{D42A27DB-BD31-4B8C-83A1-F6EECF244321}">
                <p14:modId xmlns:p14="http://schemas.microsoft.com/office/powerpoint/2010/main" val="1012019213"/>
              </p:ext>
            </p:extLst>
          </p:nvPr>
        </p:nvGraphicFramePr>
        <p:xfrm>
          <a:off x="1065275" y="3214956"/>
          <a:ext cx="10058401" cy="2743200"/>
        </p:xfrm>
        <a:graphic>
          <a:graphicData uri="http://schemas.openxmlformats.org/drawingml/2006/table">
            <a:tbl>
              <a:tblPr/>
              <a:tblGrid>
                <a:gridCol w="967541">
                  <a:extLst>
                    <a:ext uri="{9D8B030D-6E8A-4147-A177-3AD203B41FA5}">
                      <a16:colId xmlns:a16="http://schemas.microsoft.com/office/drawing/2014/main" val="2480787680"/>
                    </a:ext>
                  </a:extLst>
                </a:gridCol>
                <a:gridCol w="1189270">
                  <a:extLst>
                    <a:ext uri="{9D8B030D-6E8A-4147-A177-3AD203B41FA5}">
                      <a16:colId xmlns:a16="http://schemas.microsoft.com/office/drawing/2014/main" val="1629624360"/>
                    </a:ext>
                  </a:extLst>
                </a:gridCol>
                <a:gridCol w="1108641">
                  <a:extLst>
                    <a:ext uri="{9D8B030D-6E8A-4147-A177-3AD203B41FA5}">
                      <a16:colId xmlns:a16="http://schemas.microsoft.com/office/drawing/2014/main" val="618958943"/>
                    </a:ext>
                  </a:extLst>
                </a:gridCol>
                <a:gridCol w="987699">
                  <a:extLst>
                    <a:ext uri="{9D8B030D-6E8A-4147-A177-3AD203B41FA5}">
                      <a16:colId xmlns:a16="http://schemas.microsoft.com/office/drawing/2014/main" val="4226224240"/>
                    </a:ext>
                  </a:extLst>
                </a:gridCol>
                <a:gridCol w="1249741">
                  <a:extLst>
                    <a:ext uri="{9D8B030D-6E8A-4147-A177-3AD203B41FA5}">
                      <a16:colId xmlns:a16="http://schemas.microsoft.com/office/drawing/2014/main" val="914827009"/>
                    </a:ext>
                  </a:extLst>
                </a:gridCol>
                <a:gridCol w="987699">
                  <a:extLst>
                    <a:ext uri="{9D8B030D-6E8A-4147-A177-3AD203B41FA5}">
                      <a16:colId xmlns:a16="http://schemas.microsoft.com/office/drawing/2014/main" val="2914086438"/>
                    </a:ext>
                  </a:extLst>
                </a:gridCol>
                <a:gridCol w="1410998">
                  <a:extLst>
                    <a:ext uri="{9D8B030D-6E8A-4147-A177-3AD203B41FA5}">
                      <a16:colId xmlns:a16="http://schemas.microsoft.com/office/drawing/2014/main" val="3499812431"/>
                    </a:ext>
                  </a:extLst>
                </a:gridCol>
                <a:gridCol w="987699">
                  <a:extLst>
                    <a:ext uri="{9D8B030D-6E8A-4147-A177-3AD203B41FA5}">
                      <a16:colId xmlns:a16="http://schemas.microsoft.com/office/drawing/2014/main" val="1491812699"/>
                    </a:ext>
                  </a:extLst>
                </a:gridCol>
                <a:gridCol w="1169113">
                  <a:extLst>
                    <a:ext uri="{9D8B030D-6E8A-4147-A177-3AD203B41FA5}">
                      <a16:colId xmlns:a16="http://schemas.microsoft.com/office/drawing/2014/main" val="1842054645"/>
                    </a:ext>
                  </a:extLst>
                </a:gridCol>
              </a:tblGrid>
              <a:tr h="548640">
                <a:tc>
                  <a:txBody>
                    <a:bodyPr/>
                    <a:lstStyle/>
                    <a:p>
                      <a:pPr algn="ctr" fontAlgn="ctr">
                        <a:buNone/>
                      </a:pPr>
                      <a:r>
                        <a:rPr lang="en-US" sz="1800" b="1" i="0" u="none" strike="noStrike">
                          <a:solidFill>
                            <a:srgbClr val="000000"/>
                          </a:solidFill>
                          <a:effectLst/>
                          <a:latin typeface="Aptos Narrow" panose="020B0004020202020204" pitchFamily="34" charset="0"/>
                        </a:rPr>
                        <a:t>Case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Ptin [kPa]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Ttin [K]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Wcorr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Power [kW]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Eff [Poly]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Nmech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3399018"/>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SLS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278.95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400.32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21.16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10.76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9356.23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0.8743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114.46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1239849"/>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RTO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225.18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373.59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8.63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6516.37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0.8872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105.91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2654026"/>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TOC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73.80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351.50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6.16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2628.79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0.8539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3304196"/>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CRZ</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73.82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321.94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6.00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8.70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10.43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2197.31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0.8809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99.31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3706312"/>
                  </a:ext>
                </a:extLst>
              </a:tr>
            </a:tbl>
          </a:graphicData>
        </a:graphic>
      </p:graphicFrame>
    </p:spTree>
    <p:extLst>
      <p:ext uri="{BB962C8B-B14F-4D97-AF65-F5344CB8AC3E}">
        <p14:creationId xmlns:p14="http://schemas.microsoft.com/office/powerpoint/2010/main" val="42893620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C70C-3085-BDCF-E1A3-A452B671E728}"/>
              </a:ext>
            </a:extLst>
          </p:cNvPr>
          <p:cNvSpPr>
            <a:spLocks noGrp="1"/>
          </p:cNvSpPr>
          <p:nvPr>
            <p:ph type="title"/>
          </p:nvPr>
        </p:nvSpPr>
        <p:spPr/>
        <p:txBody>
          <a:bodyPr/>
          <a:lstStyle/>
          <a:p>
            <a:r>
              <a:rPr lang="en-US"/>
              <a:t>HPT</a:t>
            </a:r>
          </a:p>
        </p:txBody>
      </p:sp>
      <p:graphicFrame>
        <p:nvGraphicFramePr>
          <p:cNvPr id="4" name="Content Placeholder 3">
            <a:extLst>
              <a:ext uri="{FF2B5EF4-FFF2-40B4-BE49-F238E27FC236}">
                <a16:creationId xmlns:a16="http://schemas.microsoft.com/office/drawing/2014/main" id="{2E43439D-7190-21D7-D586-68AFED7A2D3C}"/>
              </a:ext>
            </a:extLst>
          </p:cNvPr>
          <p:cNvGraphicFramePr>
            <a:graphicFrameLocks noGrp="1"/>
          </p:cNvGraphicFramePr>
          <p:nvPr>
            <p:ph idx="1"/>
            <p:extLst>
              <p:ext uri="{D42A27DB-BD31-4B8C-83A1-F6EECF244321}">
                <p14:modId xmlns:p14="http://schemas.microsoft.com/office/powerpoint/2010/main" val="1099089042"/>
              </p:ext>
            </p:extLst>
          </p:nvPr>
        </p:nvGraphicFramePr>
        <p:xfrm>
          <a:off x="1065275" y="3286358"/>
          <a:ext cx="10058401" cy="2743200"/>
        </p:xfrm>
        <a:graphic>
          <a:graphicData uri="http://schemas.openxmlformats.org/drawingml/2006/table">
            <a:tbl>
              <a:tblPr/>
              <a:tblGrid>
                <a:gridCol w="967541">
                  <a:extLst>
                    <a:ext uri="{9D8B030D-6E8A-4147-A177-3AD203B41FA5}">
                      <a16:colId xmlns:a16="http://schemas.microsoft.com/office/drawing/2014/main" val="2341349736"/>
                    </a:ext>
                  </a:extLst>
                </a:gridCol>
                <a:gridCol w="1189270">
                  <a:extLst>
                    <a:ext uri="{9D8B030D-6E8A-4147-A177-3AD203B41FA5}">
                      <a16:colId xmlns:a16="http://schemas.microsoft.com/office/drawing/2014/main" val="3308368542"/>
                    </a:ext>
                  </a:extLst>
                </a:gridCol>
                <a:gridCol w="1108641">
                  <a:extLst>
                    <a:ext uri="{9D8B030D-6E8A-4147-A177-3AD203B41FA5}">
                      <a16:colId xmlns:a16="http://schemas.microsoft.com/office/drawing/2014/main" val="1667438338"/>
                    </a:ext>
                  </a:extLst>
                </a:gridCol>
                <a:gridCol w="987699">
                  <a:extLst>
                    <a:ext uri="{9D8B030D-6E8A-4147-A177-3AD203B41FA5}">
                      <a16:colId xmlns:a16="http://schemas.microsoft.com/office/drawing/2014/main" val="3609500658"/>
                    </a:ext>
                  </a:extLst>
                </a:gridCol>
                <a:gridCol w="1249741">
                  <a:extLst>
                    <a:ext uri="{9D8B030D-6E8A-4147-A177-3AD203B41FA5}">
                      <a16:colId xmlns:a16="http://schemas.microsoft.com/office/drawing/2014/main" val="1843366878"/>
                    </a:ext>
                  </a:extLst>
                </a:gridCol>
                <a:gridCol w="987699">
                  <a:extLst>
                    <a:ext uri="{9D8B030D-6E8A-4147-A177-3AD203B41FA5}">
                      <a16:colId xmlns:a16="http://schemas.microsoft.com/office/drawing/2014/main" val="1662695277"/>
                    </a:ext>
                  </a:extLst>
                </a:gridCol>
                <a:gridCol w="1410998">
                  <a:extLst>
                    <a:ext uri="{9D8B030D-6E8A-4147-A177-3AD203B41FA5}">
                      <a16:colId xmlns:a16="http://schemas.microsoft.com/office/drawing/2014/main" val="1554542929"/>
                    </a:ext>
                  </a:extLst>
                </a:gridCol>
                <a:gridCol w="987699">
                  <a:extLst>
                    <a:ext uri="{9D8B030D-6E8A-4147-A177-3AD203B41FA5}">
                      <a16:colId xmlns:a16="http://schemas.microsoft.com/office/drawing/2014/main" val="2269654359"/>
                    </a:ext>
                  </a:extLst>
                </a:gridCol>
                <a:gridCol w="1169113">
                  <a:extLst>
                    <a:ext uri="{9D8B030D-6E8A-4147-A177-3AD203B41FA5}">
                      <a16:colId xmlns:a16="http://schemas.microsoft.com/office/drawing/2014/main" val="4245449762"/>
                    </a:ext>
                  </a:extLst>
                </a:gridCol>
              </a:tblGrid>
              <a:tr h="548640">
                <a:tc>
                  <a:txBody>
                    <a:bodyPr/>
                    <a:lstStyle/>
                    <a:p>
                      <a:pPr algn="ctr" fontAlgn="ctr">
                        <a:buNone/>
                      </a:pPr>
                      <a:r>
                        <a:rPr lang="en-US" sz="1800" b="1" i="0" u="none" strike="noStrike">
                          <a:solidFill>
                            <a:srgbClr val="000000"/>
                          </a:solidFill>
                          <a:effectLst/>
                          <a:latin typeface="Aptos Narrow" panose="020B0004020202020204" pitchFamily="34" charset="0"/>
                        </a:rPr>
                        <a:t>Case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Ptin [kPa]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Ttin [K]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Wcorr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Power [kW]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Eff [Poly]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Nmech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8037190"/>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SLS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2908.85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1850.00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18.33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9860.29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0.9047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114.46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9342918"/>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RTO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2167.53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1638.90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14.53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6901.18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0.9033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105.91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4216224"/>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TOC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847.67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1850.00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2850.31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0.9029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0239413"/>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CRZ</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746.97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1543.89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2286.22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0.8996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99.31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2520408"/>
                  </a:ext>
                </a:extLst>
              </a:tr>
            </a:tbl>
          </a:graphicData>
        </a:graphic>
      </p:graphicFrame>
    </p:spTree>
    <p:extLst>
      <p:ext uri="{BB962C8B-B14F-4D97-AF65-F5344CB8AC3E}">
        <p14:creationId xmlns:p14="http://schemas.microsoft.com/office/powerpoint/2010/main" val="1091846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7C70C-3085-BDCF-E1A3-A452B671E728}"/>
              </a:ext>
            </a:extLst>
          </p:cNvPr>
          <p:cNvSpPr>
            <a:spLocks noGrp="1"/>
          </p:cNvSpPr>
          <p:nvPr>
            <p:ph type="title"/>
          </p:nvPr>
        </p:nvSpPr>
        <p:spPr/>
        <p:txBody>
          <a:bodyPr/>
          <a:lstStyle/>
          <a:p>
            <a:r>
              <a:rPr lang="en-US"/>
              <a:t>LPT</a:t>
            </a:r>
          </a:p>
        </p:txBody>
      </p:sp>
      <p:graphicFrame>
        <p:nvGraphicFramePr>
          <p:cNvPr id="4" name="Content Placeholder 3">
            <a:extLst>
              <a:ext uri="{FF2B5EF4-FFF2-40B4-BE49-F238E27FC236}">
                <a16:creationId xmlns:a16="http://schemas.microsoft.com/office/drawing/2014/main" id="{E960B27C-02B8-01B0-5F30-A97F0775A249}"/>
              </a:ext>
            </a:extLst>
          </p:cNvPr>
          <p:cNvGraphicFramePr>
            <a:graphicFrameLocks noGrp="1"/>
          </p:cNvGraphicFramePr>
          <p:nvPr>
            <p:ph idx="1"/>
            <p:extLst>
              <p:ext uri="{D42A27DB-BD31-4B8C-83A1-F6EECF244321}">
                <p14:modId xmlns:p14="http://schemas.microsoft.com/office/powerpoint/2010/main" val="41152619"/>
              </p:ext>
            </p:extLst>
          </p:nvPr>
        </p:nvGraphicFramePr>
        <p:xfrm>
          <a:off x="1065275" y="3197142"/>
          <a:ext cx="10058401" cy="2743200"/>
        </p:xfrm>
        <a:graphic>
          <a:graphicData uri="http://schemas.openxmlformats.org/drawingml/2006/table">
            <a:tbl>
              <a:tblPr/>
              <a:tblGrid>
                <a:gridCol w="967541">
                  <a:extLst>
                    <a:ext uri="{9D8B030D-6E8A-4147-A177-3AD203B41FA5}">
                      <a16:colId xmlns:a16="http://schemas.microsoft.com/office/drawing/2014/main" val="952770428"/>
                    </a:ext>
                  </a:extLst>
                </a:gridCol>
                <a:gridCol w="1189270">
                  <a:extLst>
                    <a:ext uri="{9D8B030D-6E8A-4147-A177-3AD203B41FA5}">
                      <a16:colId xmlns:a16="http://schemas.microsoft.com/office/drawing/2014/main" val="3737814201"/>
                    </a:ext>
                  </a:extLst>
                </a:gridCol>
                <a:gridCol w="1108641">
                  <a:extLst>
                    <a:ext uri="{9D8B030D-6E8A-4147-A177-3AD203B41FA5}">
                      <a16:colId xmlns:a16="http://schemas.microsoft.com/office/drawing/2014/main" val="2333658902"/>
                    </a:ext>
                  </a:extLst>
                </a:gridCol>
                <a:gridCol w="987699">
                  <a:extLst>
                    <a:ext uri="{9D8B030D-6E8A-4147-A177-3AD203B41FA5}">
                      <a16:colId xmlns:a16="http://schemas.microsoft.com/office/drawing/2014/main" val="3499168716"/>
                    </a:ext>
                  </a:extLst>
                </a:gridCol>
                <a:gridCol w="1249741">
                  <a:extLst>
                    <a:ext uri="{9D8B030D-6E8A-4147-A177-3AD203B41FA5}">
                      <a16:colId xmlns:a16="http://schemas.microsoft.com/office/drawing/2014/main" val="3830839600"/>
                    </a:ext>
                  </a:extLst>
                </a:gridCol>
                <a:gridCol w="987699">
                  <a:extLst>
                    <a:ext uri="{9D8B030D-6E8A-4147-A177-3AD203B41FA5}">
                      <a16:colId xmlns:a16="http://schemas.microsoft.com/office/drawing/2014/main" val="1779530268"/>
                    </a:ext>
                  </a:extLst>
                </a:gridCol>
                <a:gridCol w="1410998">
                  <a:extLst>
                    <a:ext uri="{9D8B030D-6E8A-4147-A177-3AD203B41FA5}">
                      <a16:colId xmlns:a16="http://schemas.microsoft.com/office/drawing/2014/main" val="888589767"/>
                    </a:ext>
                  </a:extLst>
                </a:gridCol>
                <a:gridCol w="987699">
                  <a:extLst>
                    <a:ext uri="{9D8B030D-6E8A-4147-A177-3AD203B41FA5}">
                      <a16:colId xmlns:a16="http://schemas.microsoft.com/office/drawing/2014/main" val="1007512763"/>
                    </a:ext>
                  </a:extLst>
                </a:gridCol>
                <a:gridCol w="1169113">
                  <a:extLst>
                    <a:ext uri="{9D8B030D-6E8A-4147-A177-3AD203B41FA5}">
                      <a16:colId xmlns:a16="http://schemas.microsoft.com/office/drawing/2014/main" val="2244314521"/>
                    </a:ext>
                  </a:extLst>
                </a:gridCol>
              </a:tblGrid>
              <a:tr h="548640">
                <a:tc>
                  <a:txBody>
                    <a:bodyPr/>
                    <a:lstStyle/>
                    <a:p>
                      <a:pPr algn="ctr" fontAlgn="ctr">
                        <a:buNone/>
                      </a:pPr>
                      <a:r>
                        <a:rPr lang="en-US" sz="1800" b="1" i="0" u="none" strike="noStrike">
                          <a:solidFill>
                            <a:srgbClr val="000000"/>
                          </a:solidFill>
                          <a:effectLst/>
                          <a:latin typeface="Aptos Narrow" panose="020B0004020202020204" pitchFamily="34" charset="0"/>
                        </a:rPr>
                        <a:t>Case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Ptin [kPa]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Ttin [K]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Wcorr [kg/s]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Power [kW]</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Eff [Poly]</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800" b="1" i="0" u="none" strike="noStrike">
                          <a:solidFill>
                            <a:srgbClr val="000000"/>
                          </a:solidFill>
                          <a:effectLst/>
                          <a:latin typeface="Aptos Narrow" panose="020B0004020202020204" pitchFamily="34" charset="0"/>
                        </a:rPr>
                        <a:t>Nmech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6434627"/>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SLS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803.16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1405.53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19.39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5668.93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0.9333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113.48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8114532"/>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RTO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596.88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1237.16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15.37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3808.65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0.9324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99.21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8117595"/>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TOC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236.52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1407.47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1686.30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0.9055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121.20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5072103"/>
                  </a:ext>
                </a:extLst>
              </a:tr>
              <a:tr h="548640">
                <a:tc>
                  <a:txBody>
                    <a:bodyPr/>
                    <a:lstStyle/>
                    <a:p>
                      <a:pPr algn="ctr" fontAlgn="b">
                        <a:buNone/>
                      </a:pPr>
                      <a:r>
                        <a:rPr lang="en-US" sz="1800" b="0" i="0" u="none" strike="noStrike">
                          <a:solidFill>
                            <a:srgbClr val="000000"/>
                          </a:solidFill>
                          <a:effectLst/>
                          <a:latin typeface="Aptos Narrow" panose="020B0004020202020204" pitchFamily="34" charset="0"/>
                        </a:rPr>
                        <a:t>CRZ</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207.65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1163.60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5.36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2.34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1288.01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0.9107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800" b="0" i="0" u="none" strike="noStrike">
                          <a:solidFill>
                            <a:srgbClr val="000000"/>
                          </a:solidFill>
                          <a:effectLst/>
                          <a:latin typeface="Aptos Narrow" panose="020B0004020202020204" pitchFamily="34" charset="0"/>
                        </a:rPr>
                        <a:t>98.92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6711180"/>
                  </a:ext>
                </a:extLst>
              </a:tr>
            </a:tbl>
          </a:graphicData>
        </a:graphic>
      </p:graphicFrame>
    </p:spTree>
    <p:extLst>
      <p:ext uri="{BB962C8B-B14F-4D97-AF65-F5344CB8AC3E}">
        <p14:creationId xmlns:p14="http://schemas.microsoft.com/office/powerpoint/2010/main" val="23129129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55E1F-5918-12E9-B994-1C38B7B27182}"/>
              </a:ext>
            </a:extLst>
          </p:cNvPr>
          <p:cNvSpPr>
            <a:spLocks noGrp="1"/>
          </p:cNvSpPr>
          <p:nvPr>
            <p:ph type="title"/>
          </p:nvPr>
        </p:nvSpPr>
        <p:spPr/>
        <p:txBody>
          <a:bodyPr/>
          <a:lstStyle/>
          <a:p>
            <a:r>
              <a:rPr lang="en-US"/>
              <a:t>References </a:t>
            </a:r>
          </a:p>
        </p:txBody>
      </p:sp>
      <p:sp>
        <p:nvSpPr>
          <p:cNvPr id="3" name="Content Placeholder 2">
            <a:extLst>
              <a:ext uri="{FF2B5EF4-FFF2-40B4-BE49-F238E27FC236}">
                <a16:creationId xmlns:a16="http://schemas.microsoft.com/office/drawing/2014/main" id="{8EF63AFE-67FA-D613-36E3-F8FDDA0BB387}"/>
              </a:ext>
            </a:extLst>
          </p:cNvPr>
          <p:cNvSpPr>
            <a:spLocks noGrp="1"/>
          </p:cNvSpPr>
          <p:nvPr>
            <p:ph idx="1"/>
          </p:nvPr>
        </p:nvSpPr>
        <p:spPr>
          <a:xfrm>
            <a:off x="960120" y="2493169"/>
            <a:ext cx="10268712" cy="4047018"/>
          </a:xfrm>
        </p:spPr>
        <p:txBody>
          <a:bodyPr vert="horz" lIns="91440" tIns="45720" rIns="91440" bIns="45720" rtlCol="0" anchor="t">
            <a:normAutofit/>
          </a:bodyPr>
          <a:lstStyle/>
          <a:p>
            <a:pPr marL="457200" indent="-457200">
              <a:buFont typeface="Wingdings" panose="05000000000000000000" pitchFamily="2" charset="2"/>
              <a:buChar char="§"/>
            </a:pPr>
            <a:r>
              <a:rPr lang="en-US" sz="2000"/>
              <a:t>“On-design Cycle Analysis of a Turbofan Engine.” Course notes, Embry-Riddle Aeronautical University, n.d.</a:t>
            </a:r>
          </a:p>
          <a:p>
            <a:pPr marL="457200" indent="-457200">
              <a:buFont typeface="Wingdings" panose="05000000000000000000" pitchFamily="2" charset="2"/>
              <a:buChar char="§"/>
            </a:pPr>
            <a:r>
              <a:rPr lang="en-US" sz="2000"/>
              <a:t>“Gas Turb 14 Manual.” Gas Turb, 4 April. 2026, https://www.gasturb.com/Downloads/Manuals/GasTurb14.pdf.</a:t>
            </a:r>
          </a:p>
          <a:p>
            <a:pPr marL="457200" indent="-457200">
              <a:buFont typeface="Wingdings" panose="05000000000000000000" pitchFamily="2" charset="2"/>
              <a:buChar char="§"/>
            </a:pPr>
            <a:r>
              <a:rPr lang="en-US" sz="2000"/>
              <a:t>“Gas Turbine Combustors.” Course notes, Embry-Riddle Aeronautical University, n.d.</a:t>
            </a:r>
          </a:p>
          <a:p>
            <a:pPr marL="457200" indent="-457200">
              <a:buFont typeface="Wingdings" panose="05000000000000000000" pitchFamily="2" charset="2"/>
              <a:buChar char="§"/>
            </a:pPr>
            <a:r>
              <a:rPr lang="en-US" sz="2000"/>
              <a:t>“AE440_Inlets.” Course notes, Embry-Riddle Aeronautical University, n.d.</a:t>
            </a:r>
          </a:p>
          <a:p>
            <a:endParaRPr lang="en-US"/>
          </a:p>
        </p:txBody>
      </p:sp>
    </p:spTree>
    <p:extLst>
      <p:ext uri="{BB962C8B-B14F-4D97-AF65-F5344CB8AC3E}">
        <p14:creationId xmlns:p14="http://schemas.microsoft.com/office/powerpoint/2010/main" val="3526481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8AC6-171F-E18C-A511-9384ABE73274}"/>
              </a:ext>
            </a:extLst>
          </p:cNvPr>
          <p:cNvSpPr>
            <a:spLocks noGrp="1"/>
          </p:cNvSpPr>
          <p:nvPr>
            <p:ph type="title"/>
          </p:nvPr>
        </p:nvSpPr>
        <p:spPr>
          <a:xfrm>
            <a:off x="960120" y="2809680"/>
            <a:ext cx="10268712" cy="1094808"/>
          </a:xfrm>
        </p:spPr>
        <p:txBody>
          <a:bodyPr/>
          <a:lstStyle/>
          <a:p>
            <a:pPr algn="ctr"/>
            <a:r>
              <a:rPr lang="en-US"/>
              <a:t>THANK YOU</a:t>
            </a:r>
          </a:p>
        </p:txBody>
      </p:sp>
      <p:sp>
        <p:nvSpPr>
          <p:cNvPr id="3" name="Text Placeholder 2">
            <a:extLst>
              <a:ext uri="{FF2B5EF4-FFF2-40B4-BE49-F238E27FC236}">
                <a16:creationId xmlns:a16="http://schemas.microsoft.com/office/drawing/2014/main" id="{980E534D-50E6-0ABB-C6F4-79835C9C118B}"/>
              </a:ext>
            </a:extLst>
          </p:cNvPr>
          <p:cNvSpPr>
            <a:spLocks noGrp="1"/>
          </p:cNvSpPr>
          <p:nvPr>
            <p:ph type="body" idx="1"/>
          </p:nvPr>
        </p:nvSpPr>
        <p:spPr/>
        <p:txBody>
          <a:bodyPr vert="horz" lIns="91440" tIns="45720" rIns="91440" bIns="45720" rtlCol="0" anchor="t">
            <a:normAutofit/>
          </a:bodyPr>
          <a:lstStyle/>
          <a:p>
            <a:pPr algn="ctr"/>
            <a:r>
              <a:rPr lang="en-US"/>
              <a:t>Are there any questions?</a:t>
            </a:r>
          </a:p>
        </p:txBody>
      </p:sp>
    </p:spTree>
    <p:extLst>
      <p:ext uri="{BB962C8B-B14F-4D97-AF65-F5344CB8AC3E}">
        <p14:creationId xmlns:p14="http://schemas.microsoft.com/office/powerpoint/2010/main" val="2190504958"/>
      </p:ext>
    </p:extLst>
  </p:cSld>
  <p:clrMapOvr>
    <a:masterClrMapping/>
  </p:clrMapOvr>
</p:sld>
</file>

<file path=ppt/theme/theme1.xml><?xml version="1.0" encoding="utf-8"?>
<a:theme xmlns:a="http://schemas.openxmlformats.org/drawingml/2006/main" name="JuxtaposeVTI">
  <a:themeElements>
    <a:clrScheme name="JuxtaposeVTI">
      <a:dk1>
        <a:sysClr val="windowText" lastClr="000000"/>
      </a:dk1>
      <a:lt1>
        <a:sysClr val="window" lastClr="FFFFFF"/>
      </a:lt1>
      <a:dk2>
        <a:srgbClr val="3F3F3F"/>
      </a:dk2>
      <a:lt2>
        <a:srgbClr val="F8F7F5"/>
      </a:lt2>
      <a:accent1>
        <a:srgbClr val="F99700"/>
      </a:accent1>
      <a:accent2>
        <a:srgbClr val="00BAC7"/>
      </a:accent2>
      <a:accent3>
        <a:srgbClr val="FF5C21"/>
      </a:accent3>
      <a:accent4>
        <a:srgbClr val="6F7EFD"/>
      </a:accent4>
      <a:accent5>
        <a:srgbClr val="ACACAC"/>
      </a:accent5>
      <a:accent6>
        <a:srgbClr val="737373"/>
      </a:accent6>
      <a:hlink>
        <a:srgbClr val="0099FF"/>
      </a:hlink>
      <a:folHlink>
        <a:srgbClr val="868686"/>
      </a:folHlink>
    </a:clrScheme>
    <a:fontScheme name="JuxtaposeVTI">
      <a:majorFont>
        <a:latin typeface="Franklin Gothic Demi Cond" panose="020B0706030402020204"/>
        <a:ea typeface=""/>
        <a:cs typeface=""/>
      </a:majorFont>
      <a:minorFont>
        <a:latin typeface="Franklin Gothic Medium" panose="020B0603020102020204"/>
        <a:ea typeface=""/>
        <a:cs typeface=""/>
      </a:minorFont>
    </a:fontScheme>
    <a:fmtScheme name="Juxtapo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uxtaposeVTI" id="{B0236716-CA63-41C1-B6AD-997AE15F064B}" vid="{0E0AE8FC-D493-434E-BDCC-ED5FFB2DAEE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3fe795b-052d-48b0-a7fa-19cc8f39dbd2" xsi:nil="true"/>
    <lcf76f155ced4ddcb4097134ff3c332f xmlns="2bef5f20-95e0-4f91-ac00-a986ee36df0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5B789B73ECD524BB04B1C3B0FC7F5C3" ma:contentTypeVersion="10" ma:contentTypeDescription="Create a new document." ma:contentTypeScope="" ma:versionID="9d0bae6c08b7c66f0343d05ecf193336">
  <xsd:schema xmlns:xsd="http://www.w3.org/2001/XMLSchema" xmlns:xs="http://www.w3.org/2001/XMLSchema" xmlns:p="http://schemas.microsoft.com/office/2006/metadata/properties" xmlns:ns2="2bef5f20-95e0-4f91-ac00-a986ee36df07" xmlns:ns3="c3fe795b-052d-48b0-a7fa-19cc8f39dbd2" targetNamespace="http://schemas.microsoft.com/office/2006/metadata/properties" ma:root="true" ma:fieldsID="031a2c11a4de2aa8c159bef7aaf3509e" ns2:_="" ns3:_="">
    <xsd:import namespace="2bef5f20-95e0-4f91-ac00-a986ee36df07"/>
    <xsd:import namespace="c3fe795b-052d-48b0-a7fa-19cc8f39db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ef5f20-95e0-4f91-ac00-a986ee36df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4ee6b6e-1dad-49a7-85d1-bf6bd71129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3fe795b-052d-48b0-a7fa-19cc8f39dbd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90aa198-9e7c-4a41-96cd-eef64a0f9356}" ma:internalName="TaxCatchAll" ma:showField="CatchAllData" ma:web="c3fe795b-052d-48b0-a7fa-19cc8f39db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535064-D6A9-4414-93CC-B5A0E38BF400}">
  <ds:schemaRefs>
    <ds:schemaRef ds:uri="65af9596-1088-4304-a8df-4461c6ec6a0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A31BA78-754C-41DF-89CA-DE17FE50898C}"/>
</file>

<file path=customXml/itemProps3.xml><?xml version="1.0" encoding="utf-8"?>
<ds:datastoreItem xmlns:ds="http://schemas.openxmlformats.org/officeDocument/2006/customXml" ds:itemID="{A8E37A0F-E418-4219-BF49-21575043E7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39</Slides>
  <Notes>4</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JuxtaposeVTI</vt:lpstr>
      <vt:lpstr>Final design review</vt:lpstr>
      <vt:lpstr>Requirements specification</vt:lpstr>
      <vt:lpstr>Constraint analysis</vt:lpstr>
      <vt:lpstr>Methodology</vt:lpstr>
      <vt:lpstr>Methodology</vt:lpstr>
      <vt:lpstr>Performance Specifications</vt:lpstr>
      <vt:lpstr>Performance Specifications</vt:lpstr>
      <vt:lpstr>Performance Specifications</vt:lpstr>
      <vt:lpstr>Engine Sizing</vt:lpstr>
      <vt:lpstr>Space Claim</vt:lpstr>
      <vt:lpstr>intake </vt:lpstr>
      <vt:lpstr>Combustor</vt:lpstr>
      <vt:lpstr>Thermodynamic cycle</vt:lpstr>
      <vt:lpstr>Parametric studies</vt:lpstr>
      <vt:lpstr>Sensitivity – bleeds</vt:lpstr>
      <vt:lpstr>Sensitivity – component eff.</vt:lpstr>
      <vt:lpstr>Sensitivity – Pr </vt:lpstr>
      <vt:lpstr>Final parameters</vt:lpstr>
      <vt:lpstr>H-s (mollier) diagram</vt:lpstr>
      <vt:lpstr>Component efficiencies</vt:lpstr>
      <vt:lpstr>Bleed flow assumptions</vt:lpstr>
      <vt:lpstr>Additional losses</vt:lpstr>
      <vt:lpstr>Thermodynamic properties</vt:lpstr>
      <vt:lpstr>Mach assumptions</vt:lpstr>
      <vt:lpstr>Pressure &amp; Temperature</vt:lpstr>
      <vt:lpstr>fAN Face (2)</vt:lpstr>
      <vt:lpstr>HPC Inlet (25)</vt:lpstr>
      <vt:lpstr>Combustor Inlet(3)</vt:lpstr>
      <vt:lpstr>COMBUSTOR exit(4)</vt:lpstr>
      <vt:lpstr>LPT Inlet (45)</vt:lpstr>
      <vt:lpstr>eXIT (8)</vt:lpstr>
      <vt:lpstr>Engine design tables</vt:lpstr>
      <vt:lpstr>Engine cycle performance</vt:lpstr>
      <vt:lpstr>fan</vt:lpstr>
      <vt:lpstr>compressor</vt:lpstr>
      <vt:lpstr>HPT</vt:lpstr>
      <vt:lpstr>LPT</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Lauren</dc:creator>
  <cp:revision>4</cp:revision>
  <dcterms:created xsi:type="dcterms:W3CDTF">2026-01-24T21:42:51Z</dcterms:created>
  <dcterms:modified xsi:type="dcterms:W3CDTF">2026-04-26T20:53:24Z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0x010100F5B789B73ECD524BB04B1C3B0FC7F5C3</vt:lpwstr>
  </property>
</Properties>
</file>