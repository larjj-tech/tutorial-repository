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  <p:sldId id="257" r:id="rId6"/>
    <p:sldId id="258" r:id="rId7"/>
    <p:sldId id="278" r:id="rId8"/>
    <p:sldId id="279" r:id="rId9"/>
    <p:sldId id="280" r:id="rId10"/>
    <p:sldId id="281" r:id="rId11"/>
    <p:sldId id="264" r:id="rId12"/>
    <p:sldId id="289" r:id="rId13"/>
    <p:sldId id="290" r:id="rId14"/>
    <p:sldId id="283" r:id="rId15"/>
    <p:sldId id="284" r:id="rId16"/>
    <p:sldId id="285" r:id="rId17"/>
    <p:sldId id="286" r:id="rId18"/>
    <p:sldId id="287" r:id="rId19"/>
    <p:sldId id="288" r:id="rId20"/>
    <p:sldId id="272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7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1C7EA-6FC6-4455-A44B-8B807BF468C1}" v="1659" dt="2026-02-24T07:05:24.579"/>
    <p1510:client id="{893323FC-4754-449A-AC87-F0210B6FF6F5}" v="4" dt="2026-02-24T04:15:46.771"/>
    <p1510:client id="{8F7F811E-89BA-F554-6531-27A4521A52A5}" v="253" dt="2026-02-24T06:01:45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8F7F811E-89BA-F554-6531-27A4521A52A5}"/>
    <pc:docChg chg="modSld">
      <pc:chgData name="" userId="" providerId="" clId="Web-{8F7F811E-89BA-F554-6531-27A4521A52A5}" dt="2026-02-24T05:18:08.374" v="5"/>
      <pc:docMkLst>
        <pc:docMk/>
      </pc:docMkLst>
      <pc:sldChg chg="modSp">
        <pc:chgData name="" userId="" providerId="" clId="Web-{8F7F811E-89BA-F554-6531-27A4521A52A5}" dt="2026-02-24T05:18:08.374" v="5"/>
        <pc:sldMkLst>
          <pc:docMk/>
          <pc:sldMk cId="2459660667" sldId="257"/>
        </pc:sldMkLst>
        <pc:graphicFrameChg chg="mod modGraphic">
          <ac:chgData name="" userId="" providerId="" clId="Web-{8F7F811E-89BA-F554-6531-27A4521A52A5}" dt="2026-02-24T05:18:08.374" v="5"/>
          <ac:graphicFrameMkLst>
            <pc:docMk/>
            <pc:sldMk cId="2459660667" sldId="257"/>
            <ac:graphicFrameMk id="6" creationId="{DDA2CCCC-6CCD-F952-0641-9ABF2B15E3AB}"/>
          </ac:graphicFrameMkLst>
        </pc:graphicFrameChg>
      </pc:sldChg>
    </pc:docChg>
  </pc:docChgLst>
  <pc:docChgLst>
    <pc:chgData name="Clardy, John S." userId="S::clardyj@my.erau.edu::af1ec040-aca6-4914-a8fe-50c76c9c8aa0" providerId="AD" clId="Web-{8F7F811E-89BA-F554-6531-27A4521A52A5}"/>
    <pc:docChg chg="modSld">
      <pc:chgData name="Clardy, John S." userId="S::clardyj@my.erau.edu::af1ec040-aca6-4914-a8fe-50c76c9c8aa0" providerId="AD" clId="Web-{8F7F811E-89BA-F554-6531-27A4521A52A5}" dt="2026-02-24T06:01:45.514" v="239"/>
      <pc:docMkLst>
        <pc:docMk/>
      </pc:docMkLst>
      <pc:sldChg chg="modSp">
        <pc:chgData name="Clardy, John S." userId="S::clardyj@my.erau.edu::af1ec040-aca6-4914-a8fe-50c76c9c8aa0" providerId="AD" clId="Web-{8F7F811E-89BA-F554-6531-27A4521A52A5}" dt="2026-02-24T05:41:45.837" v="118" actId="20577"/>
        <pc:sldMkLst>
          <pc:docMk/>
          <pc:sldMk cId="2459660667" sldId="257"/>
        </pc:sldMkLst>
        <pc:spChg chg="mod">
          <ac:chgData name="Clardy, John S." userId="S::clardyj@my.erau.edu::af1ec040-aca6-4914-a8fe-50c76c9c8aa0" providerId="AD" clId="Web-{8F7F811E-89BA-F554-6531-27A4521A52A5}" dt="2026-02-24T05:41:45.837" v="118" actId="20577"/>
          <ac:spMkLst>
            <pc:docMk/>
            <pc:sldMk cId="2459660667" sldId="257"/>
            <ac:spMk id="3" creationId="{FEE99008-C93A-2EE7-5953-24A071D17908}"/>
          </ac:spMkLst>
        </pc:spChg>
        <pc:graphicFrameChg chg="mod modGraphic">
          <ac:chgData name="Clardy, John S." userId="S::clardyj@my.erau.edu::af1ec040-aca6-4914-a8fe-50c76c9c8aa0" providerId="AD" clId="Web-{8F7F811E-89BA-F554-6531-27A4521A52A5}" dt="2026-02-24T05:18:21.812" v="33"/>
          <ac:graphicFrameMkLst>
            <pc:docMk/>
            <pc:sldMk cId="2459660667" sldId="257"/>
            <ac:graphicFrameMk id="6" creationId="{DDA2CCCC-6CCD-F952-0641-9ABF2B15E3AB}"/>
          </ac:graphicFrameMkLst>
        </pc:graphicFrameChg>
      </pc:sldChg>
      <pc:sldChg chg="modSp">
        <pc:chgData name="Clardy, John S." userId="S::clardyj@my.erau.edu::af1ec040-aca6-4914-a8fe-50c76c9c8aa0" providerId="AD" clId="Web-{8F7F811E-89BA-F554-6531-27A4521A52A5}" dt="2026-02-24T06:01:45.514" v="239"/>
        <pc:sldMkLst>
          <pc:docMk/>
          <pc:sldMk cId="4134572444" sldId="258"/>
        </pc:sldMkLst>
        <pc:graphicFrameChg chg="mod modGraphic">
          <ac:chgData name="Clardy, John S." userId="S::clardyj@my.erau.edu::af1ec040-aca6-4914-a8fe-50c76c9c8aa0" providerId="AD" clId="Web-{8F7F811E-89BA-F554-6531-27A4521A52A5}" dt="2026-02-24T06:01:45.514" v="239"/>
          <ac:graphicFrameMkLst>
            <pc:docMk/>
            <pc:sldMk cId="4134572444" sldId="258"/>
            <ac:graphicFrameMk id="5" creationId="{EC4B0832-69EB-3DD1-3A77-E03DAF750C0D}"/>
          </ac:graphicFrameMkLst>
        </pc:graphicFrameChg>
      </pc:sldChg>
      <pc:sldChg chg="addSp modSp">
        <pc:chgData name="Clardy, John S." userId="S::clardyj@my.erau.edu::af1ec040-aca6-4914-a8fe-50c76c9c8aa0" providerId="AD" clId="Web-{8F7F811E-89BA-F554-6531-27A4521A52A5}" dt="2026-02-24T06:01:08.059" v="233" actId="1076"/>
        <pc:sldMkLst>
          <pc:docMk/>
          <pc:sldMk cId="4113802762" sldId="278"/>
        </pc:sldMkLst>
        <pc:picChg chg="add mod">
          <ac:chgData name="Clardy, John S." userId="S::clardyj@my.erau.edu::af1ec040-aca6-4914-a8fe-50c76c9c8aa0" providerId="AD" clId="Web-{8F7F811E-89BA-F554-6531-27A4521A52A5}" dt="2026-02-24T06:01:08.059" v="233" actId="1076"/>
          <ac:picMkLst>
            <pc:docMk/>
            <pc:sldMk cId="4113802762" sldId="278"/>
            <ac:picMk id="5" creationId="{FC561DF8-D467-5F96-5BC1-5F362497E81E}"/>
          </ac:picMkLst>
        </pc:picChg>
        <pc:picChg chg="add mod">
          <ac:chgData name="Clardy, John S." userId="S::clardyj@my.erau.edu::af1ec040-aca6-4914-a8fe-50c76c9c8aa0" providerId="AD" clId="Web-{8F7F811E-89BA-F554-6531-27A4521A52A5}" dt="2026-02-24T06:01:06.387" v="232" actId="1076"/>
          <ac:picMkLst>
            <pc:docMk/>
            <pc:sldMk cId="4113802762" sldId="278"/>
            <ac:picMk id="6" creationId="{6C34C3C6-5788-31A0-9FF4-7A9D2D5F4FBB}"/>
          </ac:picMkLst>
        </pc:picChg>
      </pc:sldChg>
    </pc:docChg>
  </pc:docChgLst>
  <pc:docChgLst>
    <pc:chgData name="Martins, Lauren M." userId="e6f1a391-4b08-4a3a-9181-5954156f1a8f" providerId="ADAL" clId="{3251C7EA-6FC6-4455-A44B-8B807BF468C1}"/>
    <pc:docChg chg="undo custSel addSld delSld modSld sldOrd">
      <pc:chgData name="Martins, Lauren M." userId="e6f1a391-4b08-4a3a-9181-5954156f1a8f" providerId="ADAL" clId="{3251C7EA-6FC6-4455-A44B-8B807BF468C1}" dt="2026-02-24T07:07:24.785" v="2297" actId="12"/>
      <pc:docMkLst>
        <pc:docMk/>
      </pc:docMkLst>
      <pc:sldChg chg="addSp delSp modSp mod">
        <pc:chgData name="Martins, Lauren M." userId="e6f1a391-4b08-4a3a-9181-5954156f1a8f" providerId="ADAL" clId="{3251C7EA-6FC6-4455-A44B-8B807BF468C1}" dt="2026-02-24T07:05:44.502" v="2293" actId="478"/>
        <pc:sldMkLst>
          <pc:docMk/>
          <pc:sldMk cId="109857222" sldId="256"/>
        </pc:sldMkLst>
        <pc:spChg chg="mod">
          <ac:chgData name="Martins, Lauren M." userId="e6f1a391-4b08-4a3a-9181-5954156f1a8f" providerId="ADAL" clId="{3251C7EA-6FC6-4455-A44B-8B807BF468C1}" dt="2026-02-24T04:16:41.309" v="23" actId="20577"/>
          <ac:spMkLst>
            <pc:docMk/>
            <pc:sldMk cId="109857222" sldId="256"/>
            <ac:spMk id="2" creationId="{00000000-0000-0000-0000-000000000000}"/>
          </ac:spMkLst>
        </pc:spChg>
        <pc:spChg chg="add del">
          <ac:chgData name="Martins, Lauren M." userId="e6f1a391-4b08-4a3a-9181-5954156f1a8f" providerId="ADAL" clId="{3251C7EA-6FC6-4455-A44B-8B807BF468C1}" dt="2026-02-24T07:05:44.502" v="2293" actId="478"/>
          <ac:spMkLst>
            <pc:docMk/>
            <pc:sldMk cId="109857222" sldId="256"/>
            <ac:spMk id="5" creationId="{AC6AD739-196E-2C27-4EB6-18E1DD181D01}"/>
          </ac:spMkLst>
        </pc:spChg>
      </pc:sldChg>
      <pc:sldChg chg="addSp delSp modSp mod">
        <pc:chgData name="Martins, Lauren M." userId="e6f1a391-4b08-4a3a-9181-5954156f1a8f" providerId="ADAL" clId="{3251C7EA-6FC6-4455-A44B-8B807BF468C1}" dt="2026-02-24T07:06:59.200" v="2294" actId="12"/>
        <pc:sldMkLst>
          <pc:docMk/>
          <pc:sldMk cId="2459660667" sldId="257"/>
        </pc:sldMkLst>
        <pc:spChg chg="mod">
          <ac:chgData name="Martins, Lauren M." userId="e6f1a391-4b08-4a3a-9181-5954156f1a8f" providerId="ADAL" clId="{3251C7EA-6FC6-4455-A44B-8B807BF468C1}" dt="2026-02-24T04:23:03.178" v="51" actId="27636"/>
          <ac:spMkLst>
            <pc:docMk/>
            <pc:sldMk cId="2459660667" sldId="257"/>
            <ac:spMk id="2" creationId="{02ED78A4-D878-6AE8-EC02-754BF1FA1FB0}"/>
          </ac:spMkLst>
        </pc:spChg>
        <pc:spChg chg="mod">
          <ac:chgData name="Martins, Lauren M." userId="e6f1a391-4b08-4a3a-9181-5954156f1a8f" providerId="ADAL" clId="{3251C7EA-6FC6-4455-A44B-8B807BF468C1}" dt="2026-02-24T07:06:59.200" v="2294" actId="12"/>
          <ac:spMkLst>
            <pc:docMk/>
            <pc:sldMk cId="2459660667" sldId="257"/>
            <ac:spMk id="3" creationId="{FEE99008-C93A-2EE7-5953-24A071D17908}"/>
          </ac:spMkLst>
        </pc:spChg>
        <pc:spChg chg="add del mod">
          <ac:chgData name="Martins, Lauren M." userId="e6f1a391-4b08-4a3a-9181-5954156f1a8f" providerId="ADAL" clId="{3251C7EA-6FC6-4455-A44B-8B807BF468C1}" dt="2026-02-24T04:23:57.855" v="81" actId="3680"/>
          <ac:spMkLst>
            <pc:docMk/>
            <pc:sldMk cId="2459660667" sldId="257"/>
            <ac:spMk id="4" creationId="{D83A6DA8-D928-CA14-3BE2-97948FD28F35}"/>
          </ac:spMkLst>
        </pc:spChg>
        <pc:graphicFrameChg chg="add del mod ord modGraphic">
          <ac:chgData name="Martins, Lauren M." userId="e6f1a391-4b08-4a3a-9181-5954156f1a8f" providerId="ADAL" clId="{3251C7EA-6FC6-4455-A44B-8B807BF468C1}" dt="2026-02-24T04:23:50.726" v="80" actId="3680"/>
          <ac:graphicFrameMkLst>
            <pc:docMk/>
            <pc:sldMk cId="2459660667" sldId="257"/>
            <ac:graphicFrameMk id="5" creationId="{5D4770B5-C640-44AC-62F8-455A37B38F57}"/>
          </ac:graphicFrameMkLst>
        </pc:graphicFrameChg>
        <pc:graphicFrameChg chg="add mod ord modGraphic">
          <ac:chgData name="Martins, Lauren M." userId="e6f1a391-4b08-4a3a-9181-5954156f1a8f" providerId="ADAL" clId="{3251C7EA-6FC6-4455-A44B-8B807BF468C1}" dt="2026-02-24T07:01:05.533" v="2243" actId="20577"/>
          <ac:graphicFrameMkLst>
            <pc:docMk/>
            <pc:sldMk cId="2459660667" sldId="257"/>
            <ac:graphicFrameMk id="6" creationId="{DDA2CCCC-6CCD-F952-0641-9ABF2B15E3AB}"/>
          </ac:graphicFrameMkLst>
        </pc:graphicFrameChg>
      </pc:sldChg>
      <pc:sldChg chg="addSp delSp modSp mod">
        <pc:chgData name="Martins, Lauren M." userId="e6f1a391-4b08-4a3a-9181-5954156f1a8f" providerId="ADAL" clId="{3251C7EA-6FC6-4455-A44B-8B807BF468C1}" dt="2026-02-24T06:12:53.061" v="1413" actId="1076"/>
        <pc:sldMkLst>
          <pc:docMk/>
          <pc:sldMk cId="4134572444" sldId="258"/>
        </pc:sldMkLst>
        <pc:spChg chg="mod">
          <ac:chgData name="Martins, Lauren M." userId="e6f1a391-4b08-4a3a-9181-5954156f1a8f" providerId="ADAL" clId="{3251C7EA-6FC6-4455-A44B-8B807BF468C1}" dt="2026-02-24T04:26:37.430" v="161" actId="20577"/>
          <ac:spMkLst>
            <pc:docMk/>
            <pc:sldMk cId="4134572444" sldId="258"/>
            <ac:spMk id="2" creationId="{305DC1CF-40B4-7A46-B6E3-72523A9143FD}"/>
          </ac:spMkLst>
        </pc:spChg>
        <pc:spChg chg="add del mod">
          <ac:chgData name="Martins, Lauren M." userId="e6f1a391-4b08-4a3a-9181-5954156f1a8f" providerId="ADAL" clId="{3251C7EA-6FC6-4455-A44B-8B807BF468C1}" dt="2026-02-24T06:12:39.526" v="1411" actId="478"/>
          <ac:spMkLst>
            <pc:docMk/>
            <pc:sldMk cId="4134572444" sldId="258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4:27:09.165" v="168" actId="478"/>
          <ac:spMkLst>
            <pc:docMk/>
            <pc:sldMk cId="4134572444" sldId="258"/>
            <ac:spMk id="4" creationId="{A2370922-1B4E-3AAC-9676-427437AD8B3F}"/>
          </ac:spMkLst>
        </pc:spChg>
        <pc:spChg chg="del">
          <ac:chgData name="Martins, Lauren M." userId="e6f1a391-4b08-4a3a-9181-5954156f1a8f" providerId="ADAL" clId="{3251C7EA-6FC6-4455-A44B-8B807BF468C1}" dt="2026-02-24T04:26:45.006" v="163" actId="478"/>
          <ac:spMkLst>
            <pc:docMk/>
            <pc:sldMk cId="4134572444" sldId="258"/>
            <ac:spMk id="6" creationId="{47108824-BC1A-4304-E36F-02EED16E0538}"/>
          </ac:spMkLst>
        </pc:spChg>
        <pc:spChg chg="add del mod">
          <ac:chgData name="Martins, Lauren M." userId="e6f1a391-4b08-4a3a-9181-5954156f1a8f" providerId="ADAL" clId="{3251C7EA-6FC6-4455-A44B-8B807BF468C1}" dt="2026-02-24T06:12:48.787" v="1412" actId="21"/>
          <ac:spMkLst>
            <pc:docMk/>
            <pc:sldMk cId="4134572444" sldId="258"/>
            <ac:spMk id="9" creationId="{4FE56CD7-817E-D7C2-4B9F-082BA7AD134F}"/>
          </ac:spMkLst>
        </pc:spChg>
        <pc:graphicFrameChg chg="add mod modGraphic">
          <ac:chgData name="Martins, Lauren M." userId="e6f1a391-4b08-4a3a-9181-5954156f1a8f" providerId="ADAL" clId="{3251C7EA-6FC6-4455-A44B-8B807BF468C1}" dt="2026-02-24T06:12:53.061" v="1413" actId="1076"/>
          <ac:graphicFrameMkLst>
            <pc:docMk/>
            <pc:sldMk cId="4134572444" sldId="258"/>
            <ac:graphicFrameMk id="5" creationId="{EC4B0832-69EB-3DD1-3A77-E03DAF750C0D}"/>
          </ac:graphicFrameMkLst>
        </pc:graphicFrameChg>
        <pc:graphicFrameChg chg="del">
          <ac:chgData name="Martins, Lauren M." userId="e6f1a391-4b08-4a3a-9181-5954156f1a8f" providerId="ADAL" clId="{3251C7EA-6FC6-4455-A44B-8B807BF468C1}" dt="2026-02-24T04:26:42.135" v="162" actId="478"/>
          <ac:graphicFrameMkLst>
            <pc:docMk/>
            <pc:sldMk cId="4134572444" sldId="258"/>
            <ac:graphicFrameMk id="7" creationId="{85160316-4E00-4C27-9560-BB9C634BA804}"/>
          </ac:graphicFrameMkLst>
        </pc:graphicFrameChg>
      </pc:sldChg>
      <pc:sldChg chg="del">
        <pc:chgData name="Martins, Lauren M." userId="e6f1a391-4b08-4a3a-9181-5954156f1a8f" providerId="ADAL" clId="{3251C7EA-6FC6-4455-A44B-8B807BF468C1}" dt="2026-02-24T04:31:09.228" v="262" actId="2696"/>
        <pc:sldMkLst>
          <pc:docMk/>
          <pc:sldMk cId="1167241922" sldId="259"/>
        </pc:sldMkLst>
      </pc:sldChg>
      <pc:sldChg chg="del">
        <pc:chgData name="Martins, Lauren M." userId="e6f1a391-4b08-4a3a-9181-5954156f1a8f" providerId="ADAL" clId="{3251C7EA-6FC6-4455-A44B-8B807BF468C1}" dt="2026-02-24T04:35:35.680" v="476" actId="2696"/>
        <pc:sldMkLst>
          <pc:docMk/>
          <pc:sldMk cId="2151655468" sldId="261"/>
        </pc:sldMkLst>
      </pc:sldChg>
      <pc:sldChg chg="del">
        <pc:chgData name="Martins, Lauren M." userId="e6f1a391-4b08-4a3a-9181-5954156f1a8f" providerId="ADAL" clId="{3251C7EA-6FC6-4455-A44B-8B807BF468C1}" dt="2026-02-24T04:35:37.862" v="477" actId="2696"/>
        <pc:sldMkLst>
          <pc:docMk/>
          <pc:sldMk cId="3924696890" sldId="262"/>
        </pc:sldMkLst>
      </pc:sldChg>
      <pc:sldChg chg="del">
        <pc:chgData name="Martins, Lauren M." userId="e6f1a391-4b08-4a3a-9181-5954156f1a8f" providerId="ADAL" clId="{3251C7EA-6FC6-4455-A44B-8B807BF468C1}" dt="2026-02-24T04:35:11.345" v="448" actId="2696"/>
        <pc:sldMkLst>
          <pc:docMk/>
          <pc:sldMk cId="1892407732" sldId="263"/>
        </pc:sldMkLst>
      </pc:sldChg>
      <pc:sldChg chg="modSp mod">
        <pc:chgData name="Martins, Lauren M." userId="e6f1a391-4b08-4a3a-9181-5954156f1a8f" providerId="ADAL" clId="{3251C7EA-6FC6-4455-A44B-8B807BF468C1}" dt="2026-02-24T04:35:29.535" v="475" actId="20577"/>
        <pc:sldMkLst>
          <pc:docMk/>
          <pc:sldMk cId="1993864410" sldId="264"/>
        </pc:sldMkLst>
        <pc:spChg chg="mod">
          <ac:chgData name="Martins, Lauren M." userId="e6f1a391-4b08-4a3a-9181-5954156f1a8f" providerId="ADAL" clId="{3251C7EA-6FC6-4455-A44B-8B807BF468C1}" dt="2026-02-24T04:35:29.535" v="475" actId="20577"/>
          <ac:spMkLst>
            <pc:docMk/>
            <pc:sldMk cId="1993864410" sldId="264"/>
            <ac:spMk id="2" creationId="{E82C2A70-5220-5E31-5086-F3A76D44FF48}"/>
          </ac:spMkLst>
        </pc:spChg>
      </pc:sldChg>
      <pc:sldChg chg="modSp mod">
        <pc:chgData name="Martins, Lauren M." userId="e6f1a391-4b08-4a3a-9181-5954156f1a8f" providerId="ADAL" clId="{3251C7EA-6FC6-4455-A44B-8B807BF468C1}" dt="2026-02-24T07:07:24.785" v="2297" actId="12"/>
        <pc:sldMkLst>
          <pc:docMk/>
          <pc:sldMk cId="352648154" sldId="272"/>
        </pc:sldMkLst>
        <pc:spChg chg="mod">
          <ac:chgData name="Martins, Lauren M." userId="e6f1a391-4b08-4a3a-9181-5954156f1a8f" providerId="ADAL" clId="{3251C7EA-6FC6-4455-A44B-8B807BF468C1}" dt="2026-02-24T06:38:29.417" v="1852" actId="20577"/>
          <ac:spMkLst>
            <pc:docMk/>
            <pc:sldMk cId="352648154" sldId="272"/>
            <ac:spMk id="2" creationId="{75555E1F-5918-12E9-B994-1C38B7B27182}"/>
          </ac:spMkLst>
        </pc:spChg>
        <pc:spChg chg="mod">
          <ac:chgData name="Martins, Lauren M." userId="e6f1a391-4b08-4a3a-9181-5954156f1a8f" providerId="ADAL" clId="{3251C7EA-6FC6-4455-A44B-8B807BF468C1}" dt="2026-02-24T07:07:24.785" v="2297" actId="12"/>
          <ac:spMkLst>
            <pc:docMk/>
            <pc:sldMk cId="352648154" sldId="272"/>
            <ac:spMk id="3" creationId="{8EF63AFE-67FA-D613-36E3-F8FDDA0BB387}"/>
          </ac:spMkLst>
        </pc:spChg>
      </pc:sldChg>
      <pc:sldChg chg="del">
        <pc:chgData name="Martins, Lauren M." userId="e6f1a391-4b08-4a3a-9181-5954156f1a8f" providerId="ADAL" clId="{3251C7EA-6FC6-4455-A44B-8B807BF468C1}" dt="2026-02-24T04:26:49.165" v="164" actId="2696"/>
        <pc:sldMkLst>
          <pc:docMk/>
          <pc:sldMk cId="1223001262" sldId="273"/>
        </pc:sldMkLst>
      </pc:sldChg>
      <pc:sldChg chg="del">
        <pc:chgData name="Martins, Lauren M." userId="e6f1a391-4b08-4a3a-9181-5954156f1a8f" providerId="ADAL" clId="{3251C7EA-6FC6-4455-A44B-8B807BF468C1}" dt="2026-02-24T04:26:51.744" v="165" actId="2696"/>
        <pc:sldMkLst>
          <pc:docMk/>
          <pc:sldMk cId="1136022298" sldId="276"/>
        </pc:sldMkLst>
      </pc:sldChg>
      <pc:sldChg chg="del">
        <pc:chgData name="Martins, Lauren M." userId="e6f1a391-4b08-4a3a-9181-5954156f1a8f" providerId="ADAL" clId="{3251C7EA-6FC6-4455-A44B-8B807BF468C1}" dt="2026-02-24T04:35:09.405" v="447" actId="2696"/>
        <pc:sldMkLst>
          <pc:docMk/>
          <pc:sldMk cId="3965987845" sldId="277"/>
        </pc:sldMkLst>
      </pc:sldChg>
      <pc:sldChg chg="addSp delSp modSp add mod">
        <pc:chgData name="Martins, Lauren M." userId="e6f1a391-4b08-4a3a-9181-5954156f1a8f" providerId="ADAL" clId="{3251C7EA-6FC6-4455-A44B-8B807BF468C1}" dt="2026-02-24T04:32:19.126" v="321" actId="20577"/>
        <pc:sldMkLst>
          <pc:docMk/>
          <pc:sldMk cId="4113802762" sldId="278"/>
        </pc:sldMkLst>
        <pc:spChg chg="mod">
          <ac:chgData name="Martins, Lauren M." userId="e6f1a391-4b08-4a3a-9181-5954156f1a8f" providerId="ADAL" clId="{3251C7EA-6FC6-4455-A44B-8B807BF468C1}" dt="2026-02-24T04:31:35.758" v="309" actId="20577"/>
          <ac:spMkLst>
            <pc:docMk/>
            <pc:sldMk cId="4113802762" sldId="278"/>
            <ac:spMk id="2" creationId="{305DC1CF-40B4-7A46-B6E3-72523A9143FD}"/>
          </ac:spMkLst>
        </pc:spChg>
        <pc:spChg chg="mod">
          <ac:chgData name="Martins, Lauren M." userId="e6f1a391-4b08-4a3a-9181-5954156f1a8f" providerId="ADAL" clId="{3251C7EA-6FC6-4455-A44B-8B807BF468C1}" dt="2026-02-24T04:32:09.118" v="318" actId="20577"/>
          <ac:spMkLst>
            <pc:docMk/>
            <pc:sldMk cId="4113802762" sldId="278"/>
            <ac:spMk id="3" creationId="{2849F388-E5D4-D0F2-2584-F41719F761E4}"/>
          </ac:spMkLst>
        </pc:spChg>
        <pc:spChg chg="add mod">
          <ac:chgData name="Martins, Lauren M." userId="e6f1a391-4b08-4a3a-9181-5954156f1a8f" providerId="ADAL" clId="{3251C7EA-6FC6-4455-A44B-8B807BF468C1}" dt="2026-02-24T04:32:19.126" v="321" actId="20577"/>
          <ac:spMkLst>
            <pc:docMk/>
            <pc:sldMk cId="4113802762" sldId="278"/>
            <ac:spMk id="4" creationId="{8C19C155-B9DC-167F-658E-EDB4519CE9DB}"/>
          </ac:spMkLst>
        </pc:spChg>
        <pc:graphicFrameChg chg="del modGraphic">
          <ac:chgData name="Martins, Lauren M." userId="e6f1a391-4b08-4a3a-9181-5954156f1a8f" providerId="ADAL" clId="{3251C7EA-6FC6-4455-A44B-8B807BF468C1}" dt="2026-02-24T04:31:52.020" v="312" actId="478"/>
          <ac:graphicFrameMkLst>
            <pc:docMk/>
            <pc:sldMk cId="4113802762" sldId="278"/>
            <ac:graphicFrameMk id="5" creationId="{EC4B0832-69EB-3DD1-3A77-E03DAF750C0D}"/>
          </ac:graphicFrameMkLst>
        </pc:graphicFrameChg>
      </pc:sldChg>
      <pc:sldChg chg="addSp delSp modSp add mod">
        <pc:chgData name="Martins, Lauren M." userId="e6f1a391-4b08-4a3a-9181-5954156f1a8f" providerId="ADAL" clId="{3251C7EA-6FC6-4455-A44B-8B807BF468C1}" dt="2026-02-24T06:13:07.104" v="1416" actId="1076"/>
        <pc:sldMkLst>
          <pc:docMk/>
          <pc:sldMk cId="523581081" sldId="279"/>
        </pc:sldMkLst>
        <pc:spChg chg="mod">
          <ac:chgData name="Martins, Lauren M." userId="e6f1a391-4b08-4a3a-9181-5954156f1a8f" providerId="ADAL" clId="{3251C7EA-6FC6-4455-A44B-8B807BF468C1}" dt="2026-02-24T04:32:33.207" v="345" actId="20577"/>
          <ac:spMkLst>
            <pc:docMk/>
            <pc:sldMk cId="523581081" sldId="279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13:00.376" v="1414" actId="21"/>
          <ac:spMkLst>
            <pc:docMk/>
            <pc:sldMk cId="523581081" sldId="279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13:02.574" v="1415" actId="21"/>
          <ac:spMkLst>
            <pc:docMk/>
            <pc:sldMk cId="523581081" sldId="279"/>
            <ac:spMk id="6" creationId="{E089331B-85F2-93AE-DCC3-986CC2952F06}"/>
          </ac:spMkLst>
        </pc:spChg>
        <pc:graphicFrameChg chg="mod modGraphic">
          <ac:chgData name="Martins, Lauren M." userId="e6f1a391-4b08-4a3a-9181-5954156f1a8f" providerId="ADAL" clId="{3251C7EA-6FC6-4455-A44B-8B807BF468C1}" dt="2026-02-24T06:13:07.104" v="1416" actId="1076"/>
          <ac:graphicFrameMkLst>
            <pc:docMk/>
            <pc:sldMk cId="523581081" sldId="279"/>
            <ac:graphicFrameMk id="5" creationId="{EC4B0832-69EB-3DD1-3A77-E03DAF750C0D}"/>
          </ac:graphicFrameMkLst>
        </pc:graphicFrameChg>
      </pc:sldChg>
      <pc:sldChg chg="modSp add mod">
        <pc:chgData name="Martins, Lauren M." userId="e6f1a391-4b08-4a3a-9181-5954156f1a8f" providerId="ADAL" clId="{3251C7EA-6FC6-4455-A44B-8B807BF468C1}" dt="2026-02-24T07:07:09.163" v="2295" actId="12"/>
        <pc:sldMkLst>
          <pc:docMk/>
          <pc:sldMk cId="4103026338" sldId="280"/>
        </pc:sldMkLst>
        <pc:spChg chg="mod">
          <ac:chgData name="Martins, Lauren M." userId="e6f1a391-4b08-4a3a-9181-5954156f1a8f" providerId="ADAL" clId="{3251C7EA-6FC6-4455-A44B-8B807BF468C1}" dt="2026-02-24T04:34:29.886" v="422" actId="20577"/>
          <ac:spMkLst>
            <pc:docMk/>
            <pc:sldMk cId="4103026338" sldId="280"/>
            <ac:spMk id="2" creationId="{305DC1CF-40B4-7A46-B6E3-72523A9143FD}"/>
          </ac:spMkLst>
        </pc:spChg>
        <pc:spChg chg="mod">
          <ac:chgData name="Martins, Lauren M." userId="e6f1a391-4b08-4a3a-9181-5954156f1a8f" providerId="ADAL" clId="{3251C7EA-6FC6-4455-A44B-8B807BF468C1}" dt="2026-02-24T07:07:09.163" v="2295" actId="12"/>
          <ac:spMkLst>
            <pc:docMk/>
            <pc:sldMk cId="4103026338" sldId="280"/>
            <ac:spMk id="3" creationId="{2849F388-E5D4-D0F2-2584-F41719F761E4}"/>
          </ac:spMkLst>
        </pc:spChg>
        <pc:graphicFrameChg chg="mod modGraphic">
          <ac:chgData name="Martins, Lauren M." userId="e6f1a391-4b08-4a3a-9181-5954156f1a8f" providerId="ADAL" clId="{3251C7EA-6FC6-4455-A44B-8B807BF468C1}" dt="2026-02-24T06:37:57.671" v="1841" actId="1076"/>
          <ac:graphicFrameMkLst>
            <pc:docMk/>
            <pc:sldMk cId="4103026338" sldId="280"/>
            <ac:graphicFrameMk id="5" creationId="{EC4B0832-69EB-3DD1-3A77-E03DAF750C0D}"/>
          </ac:graphicFrameMkLst>
        </pc:graphicFrameChg>
      </pc:sldChg>
      <pc:sldChg chg="addSp delSp modSp add mod">
        <pc:chgData name="Martins, Lauren M." userId="e6f1a391-4b08-4a3a-9181-5954156f1a8f" providerId="ADAL" clId="{3251C7EA-6FC6-4455-A44B-8B807BF468C1}" dt="2026-02-24T06:53:52.347" v="2009" actId="1076"/>
        <pc:sldMkLst>
          <pc:docMk/>
          <pc:sldMk cId="1400151362" sldId="281"/>
        </pc:sldMkLst>
        <pc:spChg chg="mod">
          <ac:chgData name="Martins, Lauren M." userId="e6f1a391-4b08-4a3a-9181-5954156f1a8f" providerId="ADAL" clId="{3251C7EA-6FC6-4455-A44B-8B807BF468C1}" dt="2026-02-24T04:34:43.782" v="445" actId="20577"/>
          <ac:spMkLst>
            <pc:docMk/>
            <pc:sldMk cId="1400151362" sldId="281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53:42.451" v="2007" actId="21"/>
          <ac:spMkLst>
            <pc:docMk/>
            <pc:sldMk cId="1400151362" sldId="281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53:47.600" v="2008" actId="21"/>
          <ac:spMkLst>
            <pc:docMk/>
            <pc:sldMk cId="1400151362" sldId="281"/>
            <ac:spMk id="6" creationId="{8BAC1412-605C-6332-A3D1-02ECC9CE2109}"/>
          </ac:spMkLst>
        </pc:spChg>
        <pc:graphicFrameChg chg="mod modGraphic">
          <ac:chgData name="Martins, Lauren M." userId="e6f1a391-4b08-4a3a-9181-5954156f1a8f" providerId="ADAL" clId="{3251C7EA-6FC6-4455-A44B-8B807BF468C1}" dt="2026-02-24T06:53:52.347" v="2009" actId="1076"/>
          <ac:graphicFrameMkLst>
            <pc:docMk/>
            <pc:sldMk cId="1400151362" sldId="281"/>
            <ac:graphicFrameMk id="5" creationId="{EC4B0832-69EB-3DD1-3A77-E03DAF750C0D}"/>
          </ac:graphicFrameMkLst>
        </pc:graphicFrameChg>
      </pc:sldChg>
      <pc:sldChg chg="add del">
        <pc:chgData name="Martins, Lauren M." userId="e6f1a391-4b08-4a3a-9181-5954156f1a8f" providerId="ADAL" clId="{3251C7EA-6FC6-4455-A44B-8B807BF468C1}" dt="2026-02-24T05:55:19.182" v="1204" actId="2696"/>
        <pc:sldMkLst>
          <pc:docMk/>
          <pc:sldMk cId="30522323" sldId="282"/>
        </pc:sldMkLst>
      </pc:sldChg>
      <pc:sldChg chg="addSp delSp modSp add mod ord">
        <pc:chgData name="Martins, Lauren M." userId="e6f1a391-4b08-4a3a-9181-5954156f1a8f" providerId="ADAL" clId="{3251C7EA-6FC6-4455-A44B-8B807BF468C1}" dt="2026-02-24T06:40:45.566" v="1876" actId="20577"/>
        <pc:sldMkLst>
          <pc:docMk/>
          <pc:sldMk cId="1608179018" sldId="283"/>
        </pc:sldMkLst>
        <pc:spChg chg="mod">
          <ac:chgData name="Martins, Lauren M." userId="e6f1a391-4b08-4a3a-9181-5954156f1a8f" providerId="ADAL" clId="{3251C7EA-6FC6-4455-A44B-8B807BF468C1}" dt="2026-02-24T06:07:17.774" v="1266" actId="20577"/>
          <ac:spMkLst>
            <pc:docMk/>
            <pc:sldMk cId="1608179018" sldId="283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29:36.204" v="1719" actId="478"/>
          <ac:spMkLst>
            <pc:docMk/>
            <pc:sldMk cId="1608179018" sldId="283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29:37.179" v="1720" actId="478"/>
          <ac:spMkLst>
            <pc:docMk/>
            <pc:sldMk cId="1608179018" sldId="283"/>
            <ac:spMk id="7" creationId="{08B95584-E40E-7EBF-3886-7BBA5DAD95D1}"/>
          </ac:spMkLst>
        </pc:spChg>
        <pc:graphicFrameChg chg="add mod modGraphic">
          <ac:chgData name="Martins, Lauren M." userId="e6f1a391-4b08-4a3a-9181-5954156f1a8f" providerId="ADAL" clId="{3251C7EA-6FC6-4455-A44B-8B807BF468C1}" dt="2026-02-24T06:40:45.566" v="1876" actId="20577"/>
          <ac:graphicFrameMkLst>
            <pc:docMk/>
            <pc:sldMk cId="1608179018" sldId="283"/>
            <ac:graphicFrameMk id="4" creationId="{9DC16563-D631-BD80-F5B4-B60B845E944B}"/>
          </ac:graphicFrameMkLst>
        </pc:graphicFrameChg>
        <pc:graphicFrameChg chg="del">
          <ac:chgData name="Martins, Lauren M." userId="e6f1a391-4b08-4a3a-9181-5954156f1a8f" providerId="ADAL" clId="{3251C7EA-6FC6-4455-A44B-8B807BF468C1}" dt="2026-02-24T04:36:10.630" v="546" actId="478"/>
          <ac:graphicFrameMkLst>
            <pc:docMk/>
            <pc:sldMk cId="1608179018" sldId="283"/>
            <ac:graphicFrameMk id="5" creationId="{EC4B0832-69EB-3DD1-3A77-E03DAF750C0D}"/>
          </ac:graphicFrameMkLst>
        </pc:graphicFrameChg>
      </pc:sldChg>
      <pc:sldChg chg="addSp delSp modSp add mod">
        <pc:chgData name="Martins, Lauren M." userId="e6f1a391-4b08-4a3a-9181-5954156f1a8f" providerId="ADAL" clId="{3251C7EA-6FC6-4455-A44B-8B807BF468C1}" dt="2026-02-24T06:41:12.546" v="1884" actId="20577"/>
        <pc:sldMkLst>
          <pc:docMk/>
          <pc:sldMk cId="1482093460" sldId="284"/>
        </pc:sldMkLst>
        <pc:spChg chg="mod">
          <ac:chgData name="Martins, Lauren M." userId="e6f1a391-4b08-4a3a-9181-5954156f1a8f" providerId="ADAL" clId="{3251C7EA-6FC6-4455-A44B-8B807BF468C1}" dt="2026-02-24T06:07:14.187" v="1265" actId="20577"/>
          <ac:spMkLst>
            <pc:docMk/>
            <pc:sldMk cId="1482093460" sldId="284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30:02.044" v="1722" actId="478"/>
          <ac:spMkLst>
            <pc:docMk/>
            <pc:sldMk cId="1482093460" sldId="284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30:03.567" v="1723" actId="21"/>
          <ac:spMkLst>
            <pc:docMk/>
            <pc:sldMk cId="1482093460" sldId="284"/>
            <ac:spMk id="6" creationId="{DA1693B4-2D3C-32D3-0849-9E34C601BC96}"/>
          </ac:spMkLst>
        </pc:spChg>
        <pc:graphicFrameChg chg="add mod modGraphic">
          <ac:chgData name="Martins, Lauren M." userId="e6f1a391-4b08-4a3a-9181-5954156f1a8f" providerId="ADAL" clId="{3251C7EA-6FC6-4455-A44B-8B807BF468C1}" dt="2026-02-24T06:41:12.546" v="1884" actId="20577"/>
          <ac:graphicFrameMkLst>
            <pc:docMk/>
            <pc:sldMk cId="1482093460" sldId="284"/>
            <ac:graphicFrameMk id="4" creationId="{273A0EFA-B9F1-D3DD-EDDA-B167702F0988}"/>
          </ac:graphicFrameMkLst>
        </pc:graphicFrameChg>
      </pc:sldChg>
      <pc:sldChg chg="addSp delSp modSp add mod">
        <pc:chgData name="Martins, Lauren M." userId="e6f1a391-4b08-4a3a-9181-5954156f1a8f" providerId="ADAL" clId="{3251C7EA-6FC6-4455-A44B-8B807BF468C1}" dt="2026-02-24T06:43:09.537" v="1892" actId="20577"/>
        <pc:sldMkLst>
          <pc:docMk/>
          <pc:sldMk cId="2982062961" sldId="285"/>
        </pc:sldMkLst>
        <pc:spChg chg="mod">
          <ac:chgData name="Martins, Lauren M." userId="e6f1a391-4b08-4a3a-9181-5954156f1a8f" providerId="ADAL" clId="{3251C7EA-6FC6-4455-A44B-8B807BF468C1}" dt="2026-02-24T06:07:23.022" v="1272" actId="20577"/>
          <ac:spMkLst>
            <pc:docMk/>
            <pc:sldMk cId="2982062961" sldId="285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30:11.628" v="1725" actId="478"/>
          <ac:spMkLst>
            <pc:docMk/>
            <pc:sldMk cId="2982062961" sldId="285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30:12.221" v="1726" actId="478"/>
          <ac:spMkLst>
            <pc:docMk/>
            <pc:sldMk cId="2982062961" sldId="285"/>
            <ac:spMk id="6" creationId="{149D1BB4-2D6D-061E-A1DE-A1EEFCAEF46A}"/>
          </ac:spMkLst>
        </pc:spChg>
        <pc:graphicFrameChg chg="add mod modGraphic">
          <ac:chgData name="Martins, Lauren M." userId="e6f1a391-4b08-4a3a-9181-5954156f1a8f" providerId="ADAL" clId="{3251C7EA-6FC6-4455-A44B-8B807BF468C1}" dt="2026-02-24T06:43:09.537" v="1892" actId="20577"/>
          <ac:graphicFrameMkLst>
            <pc:docMk/>
            <pc:sldMk cId="2982062961" sldId="285"/>
            <ac:graphicFrameMk id="4" creationId="{A7E840D2-E4FD-07AF-CBCB-AFCC1DF5CC7A}"/>
          </ac:graphicFrameMkLst>
        </pc:graphicFrameChg>
      </pc:sldChg>
      <pc:sldChg chg="addSp delSp modSp add mod">
        <pc:chgData name="Martins, Lauren M." userId="e6f1a391-4b08-4a3a-9181-5954156f1a8f" providerId="ADAL" clId="{3251C7EA-6FC6-4455-A44B-8B807BF468C1}" dt="2026-02-24T06:51:45.459" v="1982" actId="20577"/>
        <pc:sldMkLst>
          <pc:docMk/>
          <pc:sldMk cId="1483240206" sldId="286"/>
        </pc:sldMkLst>
        <pc:spChg chg="mod">
          <ac:chgData name="Martins, Lauren M." userId="e6f1a391-4b08-4a3a-9181-5954156f1a8f" providerId="ADAL" clId="{3251C7EA-6FC6-4455-A44B-8B807BF468C1}" dt="2026-02-24T06:48:37.919" v="1942" actId="20577"/>
          <ac:spMkLst>
            <pc:docMk/>
            <pc:sldMk cId="1483240206" sldId="286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30:25.333" v="1728" actId="478"/>
          <ac:spMkLst>
            <pc:docMk/>
            <pc:sldMk cId="1483240206" sldId="286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30:27.469" v="1729" actId="478"/>
          <ac:spMkLst>
            <pc:docMk/>
            <pc:sldMk cId="1483240206" sldId="286"/>
            <ac:spMk id="6" creationId="{6D6687A3-3635-63E4-A9DA-D6539AE0C6B8}"/>
          </ac:spMkLst>
        </pc:spChg>
        <pc:graphicFrameChg chg="add mod modGraphic">
          <ac:chgData name="Martins, Lauren M." userId="e6f1a391-4b08-4a3a-9181-5954156f1a8f" providerId="ADAL" clId="{3251C7EA-6FC6-4455-A44B-8B807BF468C1}" dt="2026-02-24T06:51:45.459" v="1982" actId="20577"/>
          <ac:graphicFrameMkLst>
            <pc:docMk/>
            <pc:sldMk cId="1483240206" sldId="286"/>
            <ac:graphicFrameMk id="4" creationId="{120B4DF3-4491-0E91-FF40-A5CC0FB684DA}"/>
          </ac:graphicFrameMkLst>
        </pc:graphicFrameChg>
      </pc:sldChg>
      <pc:sldChg chg="addSp delSp modSp add mod ord">
        <pc:chgData name="Martins, Lauren M." userId="e6f1a391-4b08-4a3a-9181-5954156f1a8f" providerId="ADAL" clId="{3251C7EA-6FC6-4455-A44B-8B807BF468C1}" dt="2026-02-24T06:55:06.539" v="2015" actId="20577"/>
        <pc:sldMkLst>
          <pc:docMk/>
          <pc:sldMk cId="2169226874" sldId="287"/>
        </pc:sldMkLst>
        <pc:spChg chg="mod">
          <ac:chgData name="Martins, Lauren M." userId="e6f1a391-4b08-4a3a-9181-5954156f1a8f" providerId="ADAL" clId="{3251C7EA-6FC6-4455-A44B-8B807BF468C1}" dt="2026-02-24T06:08:01.912" v="1315" actId="20577"/>
          <ac:spMkLst>
            <pc:docMk/>
            <pc:sldMk cId="2169226874" sldId="287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30:40.161" v="1732" actId="478"/>
          <ac:spMkLst>
            <pc:docMk/>
            <pc:sldMk cId="2169226874" sldId="287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30:43.051" v="1733" actId="478"/>
          <ac:spMkLst>
            <pc:docMk/>
            <pc:sldMk cId="2169226874" sldId="287"/>
            <ac:spMk id="6" creationId="{2469F4F9-C713-6649-5A5D-84E2964D7830}"/>
          </ac:spMkLst>
        </pc:spChg>
        <pc:graphicFrameChg chg="add mod modGraphic">
          <ac:chgData name="Martins, Lauren M." userId="e6f1a391-4b08-4a3a-9181-5954156f1a8f" providerId="ADAL" clId="{3251C7EA-6FC6-4455-A44B-8B807BF468C1}" dt="2026-02-24T06:55:06.539" v="2015" actId="20577"/>
          <ac:graphicFrameMkLst>
            <pc:docMk/>
            <pc:sldMk cId="2169226874" sldId="287"/>
            <ac:graphicFrameMk id="4" creationId="{E9E53CC8-A9F7-59E3-603D-E386B56F6B8F}"/>
          </ac:graphicFrameMkLst>
        </pc:graphicFrameChg>
      </pc:sldChg>
      <pc:sldChg chg="addSp delSp modSp add mod">
        <pc:chgData name="Martins, Lauren M." userId="e6f1a391-4b08-4a3a-9181-5954156f1a8f" providerId="ADAL" clId="{3251C7EA-6FC6-4455-A44B-8B807BF468C1}" dt="2026-02-24T07:07:20.069" v="2296" actId="12"/>
        <pc:sldMkLst>
          <pc:docMk/>
          <pc:sldMk cId="294822582" sldId="288"/>
        </pc:sldMkLst>
        <pc:spChg chg="mod">
          <ac:chgData name="Martins, Lauren M." userId="e6f1a391-4b08-4a3a-9181-5954156f1a8f" providerId="ADAL" clId="{3251C7EA-6FC6-4455-A44B-8B807BF468C1}" dt="2026-02-24T06:56:52.293" v="2077" actId="20577"/>
          <ac:spMkLst>
            <pc:docMk/>
            <pc:sldMk cId="294822582" sldId="288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30:56.396" v="1735" actId="478"/>
          <ac:spMkLst>
            <pc:docMk/>
            <pc:sldMk cId="294822582" sldId="288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30:57.594" v="1736" actId="478"/>
          <ac:spMkLst>
            <pc:docMk/>
            <pc:sldMk cId="294822582" sldId="288"/>
            <ac:spMk id="6" creationId="{DA0DDDA6-6A87-744F-B217-9E8BE2A24F0A}"/>
          </ac:spMkLst>
        </pc:spChg>
        <pc:spChg chg="add mod">
          <ac:chgData name="Martins, Lauren M." userId="e6f1a391-4b08-4a3a-9181-5954156f1a8f" providerId="ADAL" clId="{3251C7EA-6FC6-4455-A44B-8B807BF468C1}" dt="2026-02-24T07:07:20.069" v="2296" actId="12"/>
          <ac:spMkLst>
            <pc:docMk/>
            <pc:sldMk cId="294822582" sldId="288"/>
            <ac:spMk id="7" creationId="{5B07C011-0AB0-DF47-E0C9-7BF5A4B4C36E}"/>
          </ac:spMkLst>
        </pc:spChg>
        <pc:graphicFrameChg chg="add mod modGraphic">
          <ac:chgData name="Martins, Lauren M." userId="e6f1a391-4b08-4a3a-9181-5954156f1a8f" providerId="ADAL" clId="{3251C7EA-6FC6-4455-A44B-8B807BF468C1}" dt="2026-02-24T07:00:30.470" v="2242" actId="1076"/>
          <ac:graphicFrameMkLst>
            <pc:docMk/>
            <pc:sldMk cId="294822582" sldId="288"/>
            <ac:graphicFrameMk id="4" creationId="{4EE41CB1-50BA-5591-D023-DD44A7E27AC7}"/>
          </ac:graphicFrameMkLst>
        </pc:graphicFrameChg>
      </pc:sldChg>
      <pc:sldChg chg="addSp delSp modSp add mod ord">
        <pc:chgData name="Martins, Lauren M." userId="e6f1a391-4b08-4a3a-9181-5954156f1a8f" providerId="ADAL" clId="{3251C7EA-6FC6-4455-A44B-8B807BF468C1}" dt="2026-02-24T06:40:19.375" v="1873" actId="1076"/>
        <pc:sldMkLst>
          <pc:docMk/>
          <pc:sldMk cId="2151594656" sldId="289"/>
        </pc:sldMkLst>
        <pc:spChg chg="mod">
          <ac:chgData name="Martins, Lauren M." userId="e6f1a391-4b08-4a3a-9181-5954156f1a8f" providerId="ADAL" clId="{3251C7EA-6FC6-4455-A44B-8B807BF468C1}" dt="2026-02-24T06:09:09.998" v="1350" actId="20577"/>
          <ac:spMkLst>
            <pc:docMk/>
            <pc:sldMk cId="2151594656" sldId="289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39:08.123" v="1853" actId="478"/>
          <ac:spMkLst>
            <pc:docMk/>
            <pc:sldMk cId="2151594656" sldId="289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39:08.877" v="1854" actId="478"/>
          <ac:spMkLst>
            <pc:docMk/>
            <pc:sldMk cId="2151594656" sldId="289"/>
            <ac:spMk id="7" creationId="{000189DB-6750-537F-79E3-48C73ECA948F}"/>
          </ac:spMkLst>
        </pc:spChg>
        <pc:graphicFrameChg chg="add del modGraphic">
          <ac:chgData name="Martins, Lauren M." userId="e6f1a391-4b08-4a3a-9181-5954156f1a8f" providerId="ADAL" clId="{3251C7EA-6FC6-4455-A44B-8B807BF468C1}" dt="2026-02-24T06:10:22.936" v="1378" actId="478"/>
          <ac:graphicFrameMkLst>
            <pc:docMk/>
            <pc:sldMk cId="2151594656" sldId="289"/>
            <ac:graphicFrameMk id="4" creationId="{9F47FE35-74FF-3C1B-4B8D-2EAB318A5E10}"/>
          </ac:graphicFrameMkLst>
        </pc:graphicFrameChg>
        <pc:graphicFrameChg chg="add del mod modGraphic">
          <ac:chgData name="Martins, Lauren M." userId="e6f1a391-4b08-4a3a-9181-5954156f1a8f" providerId="ADAL" clId="{3251C7EA-6FC6-4455-A44B-8B807BF468C1}" dt="2026-02-24T06:14:57.580" v="1507" actId="478"/>
          <ac:graphicFrameMkLst>
            <pc:docMk/>
            <pc:sldMk cId="2151594656" sldId="289"/>
            <ac:graphicFrameMk id="5" creationId="{E3FDCE45-CE8F-9221-362F-DB2F1FF2EBCA}"/>
          </ac:graphicFrameMkLst>
        </pc:graphicFrameChg>
        <pc:graphicFrameChg chg="add mod">
          <ac:chgData name="Martins, Lauren M." userId="e6f1a391-4b08-4a3a-9181-5954156f1a8f" providerId="ADAL" clId="{3251C7EA-6FC6-4455-A44B-8B807BF468C1}" dt="2026-02-24T06:40:19.375" v="1873" actId="1076"/>
          <ac:graphicFrameMkLst>
            <pc:docMk/>
            <pc:sldMk cId="2151594656" sldId="289"/>
            <ac:graphicFrameMk id="8" creationId="{5B44559D-EF7B-9946-ABC1-0B328032EAE8}"/>
          </ac:graphicFrameMkLst>
        </pc:graphicFrameChg>
      </pc:sldChg>
      <pc:sldChg chg="addSp delSp modSp add mod">
        <pc:chgData name="Martins, Lauren M." userId="e6f1a391-4b08-4a3a-9181-5954156f1a8f" providerId="ADAL" clId="{3251C7EA-6FC6-4455-A44B-8B807BF468C1}" dt="2026-02-24T06:40:00.360" v="1869" actId="14100"/>
        <pc:sldMkLst>
          <pc:docMk/>
          <pc:sldMk cId="2862044822" sldId="290"/>
        </pc:sldMkLst>
        <pc:spChg chg="mod">
          <ac:chgData name="Martins, Lauren M." userId="e6f1a391-4b08-4a3a-9181-5954156f1a8f" providerId="ADAL" clId="{3251C7EA-6FC6-4455-A44B-8B807BF468C1}" dt="2026-02-24T06:09:19.872" v="1362" actId="20577"/>
          <ac:spMkLst>
            <pc:docMk/>
            <pc:sldMk cId="2862044822" sldId="290"/>
            <ac:spMk id="2" creationId="{305DC1CF-40B4-7A46-B6E3-72523A9143FD}"/>
          </ac:spMkLst>
        </pc:spChg>
        <pc:spChg chg="del mod">
          <ac:chgData name="Martins, Lauren M." userId="e6f1a391-4b08-4a3a-9181-5954156f1a8f" providerId="ADAL" clId="{3251C7EA-6FC6-4455-A44B-8B807BF468C1}" dt="2026-02-24T06:39:43.630" v="1862" actId="478"/>
          <ac:spMkLst>
            <pc:docMk/>
            <pc:sldMk cId="2862044822" sldId="290"/>
            <ac:spMk id="3" creationId="{2849F388-E5D4-D0F2-2584-F41719F761E4}"/>
          </ac:spMkLst>
        </pc:spChg>
        <pc:spChg chg="add del mod">
          <ac:chgData name="Martins, Lauren M." userId="e6f1a391-4b08-4a3a-9181-5954156f1a8f" providerId="ADAL" clId="{3251C7EA-6FC6-4455-A44B-8B807BF468C1}" dt="2026-02-24T06:39:45.644" v="1863" actId="478"/>
          <ac:spMkLst>
            <pc:docMk/>
            <pc:sldMk cId="2862044822" sldId="290"/>
            <ac:spMk id="5" creationId="{C039FA01-B62C-B71A-6CFB-731FDCD0686C}"/>
          </ac:spMkLst>
        </pc:spChg>
        <pc:graphicFrameChg chg="add mod">
          <ac:chgData name="Martins, Lauren M." userId="e6f1a391-4b08-4a3a-9181-5954156f1a8f" providerId="ADAL" clId="{3251C7EA-6FC6-4455-A44B-8B807BF468C1}" dt="2026-02-24T06:40:00.360" v="1869" actId="14100"/>
          <ac:graphicFrameMkLst>
            <pc:docMk/>
            <pc:sldMk cId="2862044822" sldId="290"/>
            <ac:graphicFrameMk id="6" creationId="{C014A244-DABD-4D19-8B78-33303EF1FBE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yerauedu-my.sharepoint.com/personal/martinl7_my_erau_edu/Documents/AE%20435%20Project/DesignTools-7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myerauedu-my.sharepoint.com/personal/martinl7_my_erau_edu/Documents/AE%20435%20Project/DesignTools-7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  <a:r>
              <a:rPr lang="en-US" baseline="0"/>
              <a:t> Pressure Comparision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Excel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Cycle!$B$61:$P$61</c:f>
              <c:numCache>
                <c:formatCode>General</c:formatCode>
                <c:ptCount val="15"/>
                <c:pt idx="0">
                  <c:v>20.645820539999999</c:v>
                </c:pt>
                <c:pt idx="1">
                  <c:v>27.431357380000001</c:v>
                </c:pt>
                <c:pt idx="2">
                  <c:v>26.882730240000001</c:v>
                </c:pt>
                <c:pt idx="3">
                  <c:v>67.206825589999994</c:v>
                </c:pt>
                <c:pt idx="4">
                  <c:v>67.206825589999994</c:v>
                </c:pt>
                <c:pt idx="5">
                  <c:v>65.862689079999996</c:v>
                </c:pt>
                <c:pt idx="6">
                  <c:v>461.0388236</c:v>
                </c:pt>
                <c:pt idx="7">
                  <c:v>451.8180471</c:v>
                </c:pt>
                <c:pt idx="8">
                  <c:v>451.8180471</c:v>
                </c:pt>
                <c:pt idx="9">
                  <c:v>299.94238410000003</c:v>
                </c:pt>
                <c:pt idx="10">
                  <c:v>269.9481457</c:v>
                </c:pt>
                <c:pt idx="11">
                  <c:v>269.9481457</c:v>
                </c:pt>
                <c:pt idx="12">
                  <c:v>65.862689079999996</c:v>
                </c:pt>
                <c:pt idx="13">
                  <c:v>64.545435299999994</c:v>
                </c:pt>
                <c:pt idx="14">
                  <c:v>64.545435299999994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4E-4C9C-A4CE-74FDCD444BA7}"/>
            </c:ext>
          </c:extLst>
        </c:ser>
        <c:ser>
          <c:idx val="1"/>
          <c:order val="1"/>
          <c:tx>
            <c:v>GasTurb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Cycle!$B$62:$P$62</c:f>
              <c:numCache>
                <c:formatCode>General</c:formatCode>
                <c:ptCount val="15"/>
                <c:pt idx="0">
                  <c:v>20.646000000000001</c:v>
                </c:pt>
                <c:pt idx="1">
                  <c:v>27.43</c:v>
                </c:pt>
                <c:pt idx="2">
                  <c:v>26.882000000000001</c:v>
                </c:pt>
                <c:pt idx="3">
                  <c:v>67.204999999999998</c:v>
                </c:pt>
                <c:pt idx="4">
                  <c:v>67.204999999999998</c:v>
                </c:pt>
                <c:pt idx="5">
                  <c:v>66.533000000000001</c:v>
                </c:pt>
                <c:pt idx="6">
                  <c:v>465.72800000000001</c:v>
                </c:pt>
                <c:pt idx="7">
                  <c:v>451.75599999999997</c:v>
                </c:pt>
                <c:pt idx="8">
                  <c:v>451.75599999999997</c:v>
                </c:pt>
                <c:pt idx="9">
                  <c:v>213.29400000000001</c:v>
                </c:pt>
                <c:pt idx="10">
                  <c:v>209.02799999999999</c:v>
                </c:pt>
                <c:pt idx="11">
                  <c:v>126.032</c:v>
                </c:pt>
                <c:pt idx="12">
                  <c:v>65.188000000000002</c:v>
                </c:pt>
                <c:pt idx="13">
                  <c:v>75.338999999999999</c:v>
                </c:pt>
                <c:pt idx="14">
                  <c:v>75.338999999999999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4E-4C9C-A4CE-74FDCD444B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3389007"/>
        <c:axId val="1983394287"/>
      </c:lineChart>
      <c:catAx>
        <c:axId val="19833890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Stations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394287"/>
        <c:crosses val="autoZero"/>
        <c:auto val="1"/>
        <c:lblAlgn val="ctr"/>
        <c:lblOffset val="100"/>
        <c:noMultiLvlLbl val="0"/>
      </c:catAx>
      <c:valAx>
        <c:axId val="198339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Pressure [kPa]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389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Temprature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Excel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Cycle!$B$70:$P$70</c:f>
              <c:numCache>
                <c:formatCode>General</c:formatCode>
                <c:ptCount val="15"/>
                <c:pt idx="0">
                  <c:v>216.65</c:v>
                </c:pt>
                <c:pt idx="1">
                  <c:v>235.02428850000001</c:v>
                </c:pt>
                <c:pt idx="2">
                  <c:v>235.02428850000001</c:v>
                </c:pt>
                <c:pt idx="3">
                  <c:v>312.62311019999999</c:v>
                </c:pt>
                <c:pt idx="4">
                  <c:v>312.62311019999999</c:v>
                </c:pt>
                <c:pt idx="5">
                  <c:v>312.62311019999999</c:v>
                </c:pt>
                <c:pt idx="6">
                  <c:v>573.95118760000003</c:v>
                </c:pt>
                <c:pt idx="7">
                  <c:v>1700</c:v>
                </c:pt>
                <c:pt idx="8">
                  <c:v>1645.0061439999999</c:v>
                </c:pt>
                <c:pt idx="9">
                  <c:v>1402.008652</c:v>
                </c:pt>
                <c:pt idx="10">
                  <c:v>1402.008652</c:v>
                </c:pt>
                <c:pt idx="11">
                  <c:v>1372.4911850000001</c:v>
                </c:pt>
                <c:pt idx="12">
                  <c:v>312.62311019999999</c:v>
                </c:pt>
                <c:pt idx="13">
                  <c:v>798.30840809999995</c:v>
                </c:pt>
                <c:pt idx="14">
                  <c:v>798.30840809999995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1D-41B8-A562-8D2174C22CE8}"/>
            </c:ext>
          </c:extLst>
        </c:ser>
        <c:ser>
          <c:idx val="1"/>
          <c:order val="1"/>
          <c:tx>
            <c:v>GasTurb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Cycle!$B$71:$P$71</c:f>
              <c:numCache>
                <c:formatCode>General</c:formatCode>
                <c:ptCount val="15"/>
                <c:pt idx="0">
                  <c:v>216.65</c:v>
                </c:pt>
                <c:pt idx="1">
                  <c:v>235</c:v>
                </c:pt>
                <c:pt idx="2">
                  <c:v>235</c:v>
                </c:pt>
                <c:pt idx="3">
                  <c:v>312.42</c:v>
                </c:pt>
                <c:pt idx="4">
                  <c:v>312.42</c:v>
                </c:pt>
                <c:pt idx="5">
                  <c:v>312.42</c:v>
                </c:pt>
                <c:pt idx="6">
                  <c:v>581.99</c:v>
                </c:pt>
                <c:pt idx="7">
                  <c:v>1700</c:v>
                </c:pt>
                <c:pt idx="8">
                  <c:v>1647.37</c:v>
                </c:pt>
                <c:pt idx="9">
                  <c:v>1378.88</c:v>
                </c:pt>
                <c:pt idx="10">
                  <c:v>1378.88</c:v>
                </c:pt>
                <c:pt idx="11">
                  <c:v>1221.25</c:v>
                </c:pt>
                <c:pt idx="12">
                  <c:v>312.42</c:v>
                </c:pt>
                <c:pt idx="13">
                  <c:v>760.92</c:v>
                </c:pt>
                <c:pt idx="14">
                  <c:v>760.92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1D-41B8-A562-8D2174C22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3389007"/>
        <c:axId val="1983394287"/>
      </c:lineChart>
      <c:catAx>
        <c:axId val="19833890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Stations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394287"/>
        <c:crosses val="autoZero"/>
        <c:auto val="1"/>
        <c:lblAlgn val="ctr"/>
        <c:lblOffset val="100"/>
        <c:noMultiLvlLbl val="0"/>
      </c:catAx>
      <c:valAx>
        <c:axId val="198339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Temprature [K]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389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0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28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134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9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2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164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266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3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4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2/24/2026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8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Design Point Cycle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120" y="4803371"/>
            <a:ext cx="10268712" cy="15087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TEAM 1: NIGHT RAVENS</a:t>
            </a:r>
          </a:p>
          <a:p>
            <a:r>
              <a:rPr lang="en-US"/>
              <a:t>LAUREN MARTINS &amp; JOHN CLARDY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78A4-D878-6AE8-EC02-754BF1FA1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19" y="317814"/>
            <a:ext cx="10738459" cy="1700784"/>
          </a:xfrm>
        </p:spPr>
        <p:txBody>
          <a:bodyPr>
            <a:normAutofit/>
          </a:bodyPr>
          <a:lstStyle/>
          <a:p>
            <a:r>
              <a:rPr lang="en-US"/>
              <a:t>Final Selected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9008-C93A-2EE7-5953-24A071D17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024" y="2587752"/>
            <a:ext cx="5650907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Design Point:</a:t>
            </a:r>
          </a:p>
          <a:p>
            <a:pPr marL="731520" lvl="1" indent="-457200"/>
            <a:r>
              <a:rPr lang="en-US" dirty="0"/>
              <a:t>Cruise: 38,000 ft </a:t>
            </a:r>
          </a:p>
          <a:p>
            <a:pPr marL="731520" lvl="1" indent="-457200"/>
            <a:r>
              <a:rPr lang="en-US" dirty="0"/>
              <a:t>Mach: 0.65 </a:t>
            </a:r>
          </a:p>
          <a:p>
            <a:pPr marL="731520" lvl="1" indent="-457200"/>
            <a:r>
              <a:rPr lang="en-US" dirty="0"/>
              <a:t>Standard Temperature</a:t>
            </a:r>
          </a:p>
          <a:p>
            <a:pPr marL="457200" indent="-457200"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DA2CCCC-6CCD-F952-0641-9ABF2B15E3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07058157"/>
              </p:ext>
            </p:extLst>
          </p:nvPr>
        </p:nvGraphicFramePr>
        <p:xfrm>
          <a:off x="7363245" y="2690853"/>
          <a:ext cx="2920679" cy="338739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42929">
                  <a:extLst>
                    <a:ext uri="{9D8B030D-6E8A-4147-A177-3AD203B41FA5}">
                      <a16:colId xmlns:a16="http://schemas.microsoft.com/office/drawing/2014/main" val="2449498184"/>
                    </a:ext>
                  </a:extLst>
                </a:gridCol>
                <a:gridCol w="1377750">
                  <a:extLst>
                    <a:ext uri="{9D8B030D-6E8A-4147-A177-3AD203B41FA5}">
                      <a16:colId xmlns:a16="http://schemas.microsoft.com/office/drawing/2014/main" val="412121865"/>
                    </a:ext>
                  </a:extLst>
                </a:gridCol>
              </a:tblGrid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25876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17.15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951218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TET [K]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1700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959941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455362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978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66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Performance metrics</a:t>
            </a: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EC4B0832-69EB-3DD1-3A77-E03DAF750C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9853844"/>
              </p:ext>
            </p:extLst>
          </p:nvPr>
        </p:nvGraphicFramePr>
        <p:xfrm>
          <a:off x="2943604" y="2931182"/>
          <a:ext cx="6301744" cy="27099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94939">
                  <a:extLst>
                    <a:ext uri="{9D8B030D-6E8A-4147-A177-3AD203B41FA5}">
                      <a16:colId xmlns:a16="http://schemas.microsoft.com/office/drawing/2014/main" val="2449498184"/>
                    </a:ext>
                  </a:extLst>
                </a:gridCol>
                <a:gridCol w="1500764">
                  <a:extLst>
                    <a:ext uri="{9D8B030D-6E8A-4147-A177-3AD203B41FA5}">
                      <a16:colId xmlns:a16="http://schemas.microsoft.com/office/drawing/2014/main" val="412121865"/>
                    </a:ext>
                  </a:extLst>
                </a:gridCol>
                <a:gridCol w="2206041">
                  <a:extLst>
                    <a:ext uri="{9D8B030D-6E8A-4147-A177-3AD203B41FA5}">
                      <a16:colId xmlns:a16="http://schemas.microsoft.com/office/drawing/2014/main" val="1627894752"/>
                    </a:ext>
                  </a:extLst>
                </a:gridCol>
              </a:tblGrid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Excel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Gas Turb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25876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Thrust [kN]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7.596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7.34</a:t>
                      </a:r>
                      <a:endParaRPr lang="en-US" err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951218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Specific Thrust [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N*s/kg]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528.41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959941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TSFC [g/(kN*s)]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26.1564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455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57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H-S (</a:t>
            </a:r>
            <a:r>
              <a:rPr lang="en-US" err="1"/>
              <a:t>mollier</a:t>
            </a:r>
            <a:r>
              <a:rPr lang="en-US"/>
              <a:t>)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9F388-E5D4-D0F2-2584-F41719F76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err="1"/>
              <a:t>tbd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19C155-B9DC-167F-658E-EDB4519CE9DB}"/>
              </a:ext>
            </a:extLst>
          </p:cNvPr>
          <p:cNvSpPr txBox="1">
            <a:spLocks/>
          </p:cNvSpPr>
          <p:nvPr/>
        </p:nvSpPr>
        <p:spPr>
          <a:xfrm>
            <a:off x="6416042" y="2587752"/>
            <a:ext cx="4815840" cy="3593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err="1"/>
              <a:t>tbd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5" name="Picture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FC561DF8-D467-5F96-5BC1-5F362497E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72" y="2276354"/>
            <a:ext cx="5022620" cy="4465899"/>
          </a:xfrm>
          <a:prstGeom prst="rect">
            <a:avLst/>
          </a:prstGeom>
        </p:spPr>
      </p:pic>
      <p:pic>
        <p:nvPicPr>
          <p:cNvPr id="6" name="Picture 5" descr="h-s.png">
            <a:extLst>
              <a:ext uri="{FF2B5EF4-FFF2-40B4-BE49-F238E27FC236}">
                <a16:creationId xmlns:a16="http://schemas.microsoft.com/office/drawing/2014/main" id="{6C34C3C6-5788-31A0-9FF4-7A9D2D5F4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365" y="2272014"/>
            <a:ext cx="5103649" cy="447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02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Efficiency assumptions</a:t>
            </a: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EC4B0832-69EB-3DD1-3A77-E03DAF750C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5302400"/>
              </p:ext>
            </p:extLst>
          </p:nvPr>
        </p:nvGraphicFramePr>
        <p:xfrm>
          <a:off x="3232685" y="2405420"/>
          <a:ext cx="5723582" cy="406486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74947">
                  <a:extLst>
                    <a:ext uri="{9D8B030D-6E8A-4147-A177-3AD203B41FA5}">
                      <a16:colId xmlns:a16="http://schemas.microsoft.com/office/drawing/2014/main" val="2449498184"/>
                    </a:ext>
                  </a:extLst>
                </a:gridCol>
                <a:gridCol w="2148635">
                  <a:extLst>
                    <a:ext uri="{9D8B030D-6E8A-4147-A177-3AD203B41FA5}">
                      <a16:colId xmlns:a16="http://schemas.microsoft.com/office/drawing/2014/main" val="412121865"/>
                    </a:ext>
                  </a:extLst>
                </a:gridCol>
              </a:tblGrid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25876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Fan/LPC Polytropic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951218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IPC Polytropic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959941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Combustion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455362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HPT Polytropic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648942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HPC Polytropic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554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581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Bleed flow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9F388-E5D4-D0F2-2584-F41719F76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Gas Turb Cooling Presets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EC4B0832-69EB-3DD1-3A77-E03DAF750C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6870839"/>
              </p:ext>
            </p:extLst>
          </p:nvPr>
        </p:nvGraphicFramePr>
        <p:xfrm>
          <a:off x="3952314" y="3429000"/>
          <a:ext cx="4284324" cy="27099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88955">
                  <a:extLst>
                    <a:ext uri="{9D8B030D-6E8A-4147-A177-3AD203B41FA5}">
                      <a16:colId xmlns:a16="http://schemas.microsoft.com/office/drawing/2014/main" val="2449498184"/>
                    </a:ext>
                  </a:extLst>
                </a:gridCol>
                <a:gridCol w="2495369">
                  <a:extLst>
                    <a:ext uri="{9D8B030D-6E8A-4147-A177-3AD203B41FA5}">
                      <a16:colId xmlns:a16="http://schemas.microsoft.com/office/drawing/2014/main" val="412121865"/>
                    </a:ext>
                  </a:extLst>
                </a:gridCol>
              </a:tblGrid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Values [% core flow]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25876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LPT Cooling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951218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NGV Cooling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959941"/>
                  </a:ext>
                </a:extLst>
              </a:tr>
              <a:tr h="67747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HPT Cooling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455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026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Additional loss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5">
                <a:extLst>
                  <a:ext uri="{FF2B5EF4-FFF2-40B4-BE49-F238E27FC236}">
                    <a16:creationId xmlns:a16="http://schemas.microsoft.com/office/drawing/2014/main" id="{EC4B0832-69EB-3DD1-3A77-E03DAF750C0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69268556"/>
                  </p:ext>
                </p:extLst>
              </p:nvPr>
            </p:nvGraphicFramePr>
            <p:xfrm>
              <a:off x="2679588" y="3064898"/>
              <a:ext cx="6829775" cy="2032434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4263664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2566111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Values [% core flow]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2.6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(Swan neck loss coefficient)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𝑐𝑜𝑚𝑏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/>
                            <a:t>(Combustor total pressure loss)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5">
                <a:extLst>
                  <a:ext uri="{FF2B5EF4-FFF2-40B4-BE49-F238E27FC236}">
                    <a16:creationId xmlns:a16="http://schemas.microsoft.com/office/drawing/2014/main" id="{EC4B0832-69EB-3DD1-3A77-E03DAF750C0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69268556"/>
                  </p:ext>
                </p:extLst>
              </p:nvPr>
            </p:nvGraphicFramePr>
            <p:xfrm>
              <a:off x="2679588" y="3064898"/>
              <a:ext cx="6829775" cy="2032434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4263664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2566111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Values [% core flow]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3" t="-101802" r="-60857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3" t="-200000" r="-60857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00151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D28973-C437-B52E-929A-A298CDFDB20F}"/>
              </a:ext>
            </a:extLst>
          </p:cNvPr>
          <p:cNvSpPr/>
          <p:nvPr/>
        </p:nvSpPr>
        <p:spPr>
          <a:xfrm>
            <a:off x="3488" y="4202998"/>
            <a:ext cx="12187575" cy="29341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C2A70-5220-5E31-5086-F3A76D44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348773"/>
            <a:ext cx="10268712" cy="2160277"/>
          </a:xfrm>
        </p:spPr>
        <p:txBody>
          <a:bodyPr/>
          <a:lstStyle/>
          <a:p>
            <a:pPr algn="ctr"/>
            <a:r>
              <a:rPr lang="en-US"/>
              <a:t>Thermodynamic properties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F3762-B5F2-E100-4575-62878C2FD5DE}"/>
              </a:ext>
            </a:extLst>
          </p:cNvPr>
          <p:cNvSpPr/>
          <p:nvPr/>
        </p:nvSpPr>
        <p:spPr>
          <a:xfrm>
            <a:off x="-113270" y="700215"/>
            <a:ext cx="12521513" cy="45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5FD3B-D720-50E1-7D0D-3C5B45B9E14C}"/>
              </a:ext>
            </a:extLst>
          </p:cNvPr>
          <p:cNvSpPr/>
          <p:nvPr/>
        </p:nvSpPr>
        <p:spPr>
          <a:xfrm>
            <a:off x="-163651" y="5851586"/>
            <a:ext cx="12521513" cy="45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64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Total pressure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B44559D-EF7B-9946-ABC1-0B328032EA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2871843"/>
              </p:ext>
            </p:extLst>
          </p:nvPr>
        </p:nvGraphicFramePr>
        <p:xfrm>
          <a:off x="2140048" y="2345457"/>
          <a:ext cx="7911903" cy="433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5159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Total temperature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014A244-DABD-4D19-8B78-33303EF1FB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4522472"/>
              </p:ext>
            </p:extLst>
          </p:nvPr>
        </p:nvGraphicFramePr>
        <p:xfrm>
          <a:off x="2222443" y="2341357"/>
          <a:ext cx="7440961" cy="4395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62044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Inlet Face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9DC16563-D631-BD80-F5B4-B60B845E944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7600478"/>
                  </p:ext>
                </p:extLst>
              </p:nvPr>
            </p:nvGraphicFramePr>
            <p:xfrm>
              <a:off x="3226534" y="2604743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235.02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[kJ/kg]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235.24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N/A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14.69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9DC16563-D631-BD80-F5B4-B60B845E944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7600478"/>
                  </p:ext>
                </p:extLst>
              </p:nvPr>
            </p:nvGraphicFramePr>
            <p:xfrm>
              <a:off x="3226534" y="2604743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100901" r="-179056" b="-312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235.02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199107" r="-179056" b="-209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235.24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N/A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14.69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817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HPC Inlet (2.6)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273A0EFA-B9F1-D3DD-EDDA-B167702F098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92212374"/>
                  </p:ext>
                </p:extLst>
              </p:nvPr>
            </p:nvGraphicFramePr>
            <p:xfrm>
              <a:off x="3226534" y="2666250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312.62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312.42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[kJ/kg]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313.07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14.377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6.677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6.677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10.70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10.59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273A0EFA-B9F1-D3DD-EDDA-B167702F098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92212374"/>
                  </p:ext>
                </p:extLst>
              </p:nvPr>
            </p:nvGraphicFramePr>
            <p:xfrm>
              <a:off x="3226534" y="2666250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100000" r="-179056" b="-3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312.62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312.42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201802" r="-179056" b="-211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313.07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14.377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6.677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6.677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10.70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10.59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82093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43" y="317814"/>
            <a:ext cx="11321339" cy="1700784"/>
          </a:xfrm>
        </p:spPr>
        <p:txBody>
          <a:bodyPr>
            <a:normAutofit/>
          </a:bodyPr>
          <a:lstStyle/>
          <a:p>
            <a:r>
              <a:rPr lang="en-US"/>
              <a:t>HPC Discharge diffuser (3.1)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A7E840D2-E4FD-07AF-CBCB-AFCC1DF5CC7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0156263"/>
                  </p:ext>
                </p:extLst>
              </p:nvPr>
            </p:nvGraphicFramePr>
            <p:xfrm>
              <a:off x="3198670" y="2543237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573.95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581.99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[kJ/kg]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579.91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290.06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5.764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6.476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1.788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2.002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A7E840D2-E4FD-07AF-CBCB-AFCC1DF5CC7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0156263"/>
                  </p:ext>
                </p:extLst>
              </p:nvPr>
            </p:nvGraphicFramePr>
            <p:xfrm>
              <a:off x="3198670" y="2543237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100901" r="-179056" b="-312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573.95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581.99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199107" r="-179056" b="-209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579.91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290.06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5.764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6.476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1.788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2.002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82062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43" y="317814"/>
            <a:ext cx="11321339" cy="1700784"/>
          </a:xfrm>
        </p:spPr>
        <p:txBody>
          <a:bodyPr>
            <a:normAutofit/>
          </a:bodyPr>
          <a:lstStyle/>
          <a:p>
            <a:r>
              <a:rPr lang="en-US"/>
              <a:t>NGV Cool Pre-Throat (4.05)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120B4DF3-4491-0E91-FF40-A5CC0FB684D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8578868"/>
                  </p:ext>
                </p:extLst>
              </p:nvPr>
            </p:nvGraphicFramePr>
            <p:xfrm>
              <a:off x="3228058" y="2625246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1645.0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1647.4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[kJ/kg]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1884.4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~1662.9 (4)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6.253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6.301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3.351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3.379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120B4DF3-4491-0E91-FF40-A5CC0FB684D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8578868"/>
                  </p:ext>
                </p:extLst>
              </p:nvPr>
            </p:nvGraphicFramePr>
            <p:xfrm>
              <a:off x="3228058" y="2625246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100000" r="-179056" b="-3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1645.0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1647.4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201802" r="-179056" b="-211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1884.4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~1662.9 (4)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6.253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6.301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3.351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3.379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83240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LPT Inlet (4.8)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E9E53CC8-A9F7-59E3-603D-E386B56F6B8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79229682"/>
                  </p:ext>
                </p:extLst>
              </p:nvPr>
            </p:nvGraphicFramePr>
            <p:xfrm>
              <a:off x="3226534" y="2637547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1402.0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1378.9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[kJ/kg]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1573.6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1243.1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6.577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6.635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5.445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7.036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E9E53CC8-A9F7-59E3-603D-E386B56F6B8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79229682"/>
                  </p:ext>
                </p:extLst>
              </p:nvPr>
            </p:nvGraphicFramePr>
            <p:xfrm>
              <a:off x="3226534" y="2637547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100000" r="-179056" b="-3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1402.0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1378.9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5" t="-201802" r="-179056" b="-211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1573.6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1243.1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6.577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6.635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5.445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7.036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9226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C1CF-40B4-7A46-B6E3-72523A91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Mixer (6)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4EE41CB1-50BA-5591-D023-DD44A7E27AC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91581320"/>
                  </p:ext>
                </p:extLst>
              </p:nvPr>
            </p:nvGraphicFramePr>
            <p:xfrm>
              <a:off x="6035342" y="2658051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798.31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760.92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/>
                            <a:t> [kJ/kg]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873.62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488.82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14.85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38.64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N/A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5">
                <a:extLst>
                  <a:ext uri="{FF2B5EF4-FFF2-40B4-BE49-F238E27FC236}">
                    <a16:creationId xmlns:a16="http://schemas.microsoft.com/office/drawing/2014/main" id="{4EE41CB1-50BA-5591-D023-DD44A7E27AC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91581320"/>
                  </p:ext>
                </p:extLst>
              </p:nvPr>
            </p:nvGraphicFramePr>
            <p:xfrm>
              <a:off x="6035342" y="2658051"/>
              <a:ext cx="5735883" cy="338739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061881">
                      <a:extLst>
                        <a:ext uri="{9D8B030D-6E8A-4147-A177-3AD203B41FA5}">
                          <a16:colId xmlns:a16="http://schemas.microsoft.com/office/drawing/2014/main" val="2449498184"/>
                        </a:ext>
                      </a:extLst>
                    </a:gridCol>
                    <a:gridCol w="1592778">
                      <a:extLst>
                        <a:ext uri="{9D8B030D-6E8A-4147-A177-3AD203B41FA5}">
                          <a16:colId xmlns:a16="http://schemas.microsoft.com/office/drawing/2014/main" val="412121865"/>
                        </a:ext>
                      </a:extLst>
                    </a:gridCol>
                    <a:gridCol w="2081224">
                      <a:extLst>
                        <a:ext uri="{9D8B030D-6E8A-4147-A177-3AD203B41FA5}">
                          <a16:colId xmlns:a16="http://schemas.microsoft.com/office/drawing/2014/main" val="1627894752"/>
                        </a:ext>
                      </a:extLst>
                    </a:gridCol>
                  </a:tblGrid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Excel Values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Gas Turb 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925876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101802" r="-179882" b="-312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798.31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760.92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2951218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6" t="-200000" r="-179882" b="-209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873.62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488.82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43959941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14.85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0455362"/>
                      </a:ext>
                    </a:extLst>
                  </a:tr>
                  <a:tr h="6774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Corrected Mass Flow [kg/s]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38.64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N/A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38362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07C011-0AB0-DF47-E0C9-7BF5A4B4C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024" y="2587752"/>
            <a:ext cx="5650907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Gas Turb has no Station 7 data</a:t>
            </a:r>
          </a:p>
          <a:p>
            <a:pPr marL="731520" lvl="1" indent="-457200"/>
            <a:r>
              <a:rPr lang="en-US" dirty="0"/>
              <a:t>Mixer (Station 6) was chosen as stand-in for core nozzle inlet</a:t>
            </a:r>
          </a:p>
          <a:p>
            <a:pPr marL="731520" lvl="1" indent="-457200"/>
            <a:r>
              <a:rPr lang="en-US" dirty="0"/>
              <a:t>Lacked Corrected Mass Flow value</a:t>
            </a:r>
          </a:p>
          <a:p>
            <a:pPr marL="457200" indent="-457200"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22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5E1F-5918-12E9-B994-1C38B7B2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63AFE-67FA-D613-36E3-F8FDDA0B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>
                <a:ea typeface="+mn-lt"/>
                <a:cs typeface="+mn-lt"/>
              </a:rPr>
              <a:t>“Aero L-39 </a:t>
            </a:r>
            <a:r>
              <a:rPr lang="en-US" sz="2000" dirty="0" err="1">
                <a:ea typeface="+mn-lt"/>
                <a:cs typeface="+mn-lt"/>
              </a:rPr>
              <a:t>Skyfox</a:t>
            </a:r>
            <a:r>
              <a:rPr lang="en-US" sz="2000" dirty="0">
                <a:ea typeface="+mn-lt"/>
                <a:cs typeface="+mn-lt"/>
              </a:rPr>
              <a:t>.” </a:t>
            </a:r>
            <a:r>
              <a:rPr lang="en-US" sz="2000" i="1" dirty="0">
                <a:ea typeface="+mn-lt"/>
                <a:cs typeface="+mn-lt"/>
              </a:rPr>
              <a:t>Wikipedia</a:t>
            </a:r>
            <a:r>
              <a:rPr lang="en-US" sz="2000" dirty="0">
                <a:ea typeface="+mn-lt"/>
                <a:cs typeface="+mn-lt"/>
              </a:rPr>
              <a:t>, Wikimedia Foundation, 17 Jan. 2026, en.wikipedia.org/wiki/Aero_L-39_Skyfox. 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>
                <a:ea typeface="+mn-lt"/>
                <a:cs typeface="+mn-lt"/>
              </a:rPr>
              <a:t>“AIDC T-5 Brave Eagle.” </a:t>
            </a:r>
            <a:r>
              <a:rPr lang="en-US" sz="2000" i="1" dirty="0">
                <a:ea typeface="+mn-lt"/>
                <a:cs typeface="+mn-lt"/>
              </a:rPr>
              <a:t>Wikipedia</a:t>
            </a:r>
            <a:r>
              <a:rPr lang="en-US" sz="2000" dirty="0">
                <a:ea typeface="+mn-lt"/>
                <a:cs typeface="+mn-lt"/>
              </a:rPr>
              <a:t>, Wikimedia Foundation, 26 Jan. 2026, en.wikipedia.org/wiki/AIDC_T-5_Brave_Eagle.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“On-design Cycle Analysis of a Turbofan Engine.” Course notes, Embry-Riddle Aeronautical University, n.d.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8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8AC6-171F-E18C-A511-9384ABE7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809680"/>
            <a:ext cx="10268712" cy="1094808"/>
          </a:xfrm>
        </p:spPr>
        <p:txBody>
          <a:bodyPr/>
          <a:lstStyle/>
          <a:p>
            <a:pPr algn="ctr"/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E534D-50E6-0ABB-C6F4-79835C9C1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/>
              <a:t>Are there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19050495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B789B73ECD524BB04B1C3B0FC7F5C3" ma:contentTypeVersion="10" ma:contentTypeDescription="Create a new document." ma:contentTypeScope="" ma:versionID="9d0bae6c08b7c66f0343d05ecf193336">
  <xsd:schema xmlns:xsd="http://www.w3.org/2001/XMLSchema" xmlns:xs="http://www.w3.org/2001/XMLSchema" xmlns:p="http://schemas.microsoft.com/office/2006/metadata/properties" xmlns:ns2="2bef5f20-95e0-4f91-ac00-a986ee36df07" xmlns:ns3="c3fe795b-052d-48b0-a7fa-19cc8f39dbd2" targetNamespace="http://schemas.microsoft.com/office/2006/metadata/properties" ma:root="true" ma:fieldsID="031a2c11a4de2aa8c159bef7aaf3509e" ns2:_="" ns3:_="">
    <xsd:import namespace="2bef5f20-95e0-4f91-ac00-a986ee36df07"/>
    <xsd:import namespace="c3fe795b-052d-48b0-a7fa-19cc8f39db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ef5f20-95e0-4f91-ac00-a986ee36df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4ee6b6e-1dad-49a7-85d1-bf6bd71129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fe795b-052d-48b0-a7fa-19cc8f39dbd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90aa198-9e7c-4a41-96cd-eef64a0f9356}" ma:internalName="TaxCatchAll" ma:showField="CatchAllData" ma:web="c3fe795b-052d-48b0-a7fa-19cc8f39db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fe795b-052d-48b0-a7fa-19cc8f39dbd2" xsi:nil="true"/>
    <lcf76f155ced4ddcb4097134ff3c332f xmlns="2bef5f20-95e0-4f91-ac00-a986ee36df0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8E37A0F-E418-4219-BF49-21575043E7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ACABA7-5B1A-4ECC-91A2-44CD97EEE15E}"/>
</file>

<file path=customXml/itemProps3.xml><?xml version="1.0" encoding="utf-8"?>
<ds:datastoreItem xmlns:ds="http://schemas.openxmlformats.org/officeDocument/2006/customXml" ds:itemID="{B0535064-D6A9-4414-93CC-B5A0E38BF400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65af9596-1088-4304-a8df-4461c6ec6a0b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567</Words>
  <Application>Microsoft Office PowerPoint</Application>
  <PresentationFormat>Widescreen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Cambria Math</vt:lpstr>
      <vt:lpstr>Franklin Gothic Demi Cond</vt:lpstr>
      <vt:lpstr>Franklin Gothic Medium</vt:lpstr>
      <vt:lpstr>Wingdings</vt:lpstr>
      <vt:lpstr>JuxtaposeVTI</vt:lpstr>
      <vt:lpstr>Design Point Cycle Model</vt:lpstr>
      <vt:lpstr>Final Selected Parameters</vt:lpstr>
      <vt:lpstr>Performance metrics</vt:lpstr>
      <vt:lpstr>H-S (mollier) diagram</vt:lpstr>
      <vt:lpstr>Efficiency assumptions</vt:lpstr>
      <vt:lpstr>Bleed flow assumptions</vt:lpstr>
      <vt:lpstr>Additional loss assumptions</vt:lpstr>
      <vt:lpstr>Thermodynamic properties</vt:lpstr>
      <vt:lpstr>Total pressure</vt:lpstr>
      <vt:lpstr>Total temperature</vt:lpstr>
      <vt:lpstr>Inlet Face (1)</vt:lpstr>
      <vt:lpstr>HPC Inlet (2.6)</vt:lpstr>
      <vt:lpstr>HPC Discharge diffuser (3.1)</vt:lpstr>
      <vt:lpstr>NGV Cool Pre-Throat (4.05)</vt:lpstr>
      <vt:lpstr>LPT Inlet (4.8)</vt:lpstr>
      <vt:lpstr>Mixer (6)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</dc:creator>
  <cp:lastModifiedBy>Martins, Lauren M.</cp:lastModifiedBy>
  <cp:revision>1</cp:revision>
  <dcterms:created xsi:type="dcterms:W3CDTF">2026-01-24T21:42:51Z</dcterms:created>
  <dcterms:modified xsi:type="dcterms:W3CDTF">2026-02-24T07:07:26Z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0x010100F5B789B73ECD524BB04B1C3B0FC7F5C3</vt:lpwstr>
  </property>
</Properties>
</file>