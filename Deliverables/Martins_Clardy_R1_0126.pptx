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73" r:id="rId5"/>
    <p:sldId id="276" r:id="rId6"/>
    <p:sldId id="259" r:id="rId7"/>
    <p:sldId id="262" r:id="rId8"/>
    <p:sldId id="261" r:id="rId9"/>
    <p:sldId id="264" r:id="rId10"/>
    <p:sldId id="263" r:id="rId11"/>
    <p:sldId id="277" r:id="rId12"/>
    <p:sldId id="272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7E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CD350F-64BA-ECF1-AE1E-7B9C8C93F0F6}" v="1175" dt="2026-01-27T05:55:23.350"/>
    <p1510:client id="{D7905119-AA95-4A03-91A3-A4DC3C935D12}" v="277" dt="2026-01-27T05:20:13.800"/>
    <p1510:client id="{FDEDEC79-DE05-255D-92E8-A66C5A16A13E}" v="70" dt="2026-01-27T04:24:27.6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20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s, Lauren M." userId="S::martinl7@my.erau.edu::e6f1a391-4b08-4a3a-9181-5954156f1a8f" providerId="AD" clId="Web-{0FF41AD5-2445-912E-B3A8-0DCAD228FE5F}"/>
    <pc:docChg chg="mod addSld delSld modSld addMainMaster delMainMaster">
      <pc:chgData name="Martins, Lauren M." userId="S::martinl7@my.erau.edu::e6f1a391-4b08-4a3a-9181-5954156f1a8f" providerId="AD" clId="Web-{0FF41AD5-2445-912E-B3A8-0DCAD228FE5F}" dt="2026-01-24T21:51:09.996" v="245" actId="14100"/>
      <pc:docMkLst>
        <pc:docMk/>
      </pc:docMkLst>
      <pc:sldChg chg="modSp mod modClrScheme chgLayout">
        <pc:chgData name="Martins, Lauren M." userId="S::martinl7@my.erau.edu::e6f1a391-4b08-4a3a-9181-5954156f1a8f" providerId="AD" clId="Web-{0FF41AD5-2445-912E-B3A8-0DCAD228FE5F}" dt="2026-01-24T21:44:41.628" v="70" actId="20577"/>
        <pc:sldMkLst>
          <pc:docMk/>
          <pc:sldMk cId="109857222" sldId="256"/>
        </pc:sldMkLst>
        <pc:spChg chg="mod ord">
          <ac:chgData name="Martins, Lauren M." userId="S::martinl7@my.erau.edu::e6f1a391-4b08-4a3a-9181-5954156f1a8f" providerId="AD" clId="Web-{0FF41AD5-2445-912E-B3A8-0DCAD228FE5F}" dt="2026-01-24T21:43:54.329" v="28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Martins, Lauren M." userId="S::martinl7@my.erau.edu::e6f1a391-4b08-4a3a-9181-5954156f1a8f" providerId="AD" clId="Web-{0FF41AD5-2445-912E-B3A8-0DCAD228FE5F}" dt="2026-01-24T21:44:41.628" v="70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Martins, Lauren M." userId="S::martinl7@my.erau.edu::e6f1a391-4b08-4a3a-9181-5954156f1a8f" providerId="AD" clId="Web-{0FF41AD5-2445-912E-B3A8-0DCAD228FE5F}" dt="2026-01-24T21:45:29.128" v="78" actId="20577"/>
        <pc:sldMkLst>
          <pc:docMk/>
          <pc:sldMk cId="2459660667" sldId="257"/>
        </pc:sldMkLst>
        <pc:spChg chg="mod">
          <ac:chgData name="Martins, Lauren M." userId="S::martinl7@my.erau.edu::e6f1a391-4b08-4a3a-9181-5954156f1a8f" providerId="AD" clId="Web-{0FF41AD5-2445-912E-B3A8-0DCAD228FE5F}" dt="2026-01-24T21:45:29.128" v="78" actId="20577"/>
          <ac:spMkLst>
            <pc:docMk/>
            <pc:sldMk cId="2459660667" sldId="257"/>
            <ac:spMk id="2" creationId="{02ED78A4-D878-6AE8-EC02-754BF1FA1FB0}"/>
          </ac:spMkLst>
        </pc:spChg>
      </pc:sldChg>
      <pc:sldChg chg="modSp new">
        <pc:chgData name="Martins, Lauren M." userId="S::martinl7@my.erau.edu::e6f1a391-4b08-4a3a-9181-5954156f1a8f" providerId="AD" clId="Web-{0FF41AD5-2445-912E-B3A8-0DCAD228FE5F}" dt="2026-01-24T21:45:41.363" v="93" actId="20577"/>
        <pc:sldMkLst>
          <pc:docMk/>
          <pc:sldMk cId="4134572444" sldId="258"/>
        </pc:sldMkLst>
        <pc:spChg chg="mod">
          <ac:chgData name="Martins, Lauren M." userId="S::martinl7@my.erau.edu::e6f1a391-4b08-4a3a-9181-5954156f1a8f" providerId="AD" clId="Web-{0FF41AD5-2445-912E-B3A8-0DCAD228FE5F}" dt="2026-01-24T21:45:41.363" v="93" actId="20577"/>
          <ac:spMkLst>
            <pc:docMk/>
            <pc:sldMk cId="4134572444" sldId="258"/>
            <ac:spMk id="2" creationId="{305DC1CF-40B4-7A46-B6E3-72523A9143FD}"/>
          </ac:spMkLst>
        </pc:spChg>
      </pc:sldChg>
      <pc:sldChg chg="modSp new">
        <pc:chgData name="Martins, Lauren M." userId="S::martinl7@my.erau.edu::e6f1a391-4b08-4a3a-9181-5954156f1a8f" providerId="AD" clId="Web-{0FF41AD5-2445-912E-B3A8-0DCAD228FE5F}" dt="2026-01-24T21:45:53.551" v="98" actId="20577"/>
        <pc:sldMkLst>
          <pc:docMk/>
          <pc:sldMk cId="1167241922" sldId="259"/>
        </pc:sldMkLst>
        <pc:spChg chg="mod">
          <ac:chgData name="Martins, Lauren M." userId="S::martinl7@my.erau.edu::e6f1a391-4b08-4a3a-9181-5954156f1a8f" providerId="AD" clId="Web-{0FF41AD5-2445-912E-B3A8-0DCAD228FE5F}" dt="2026-01-24T21:45:53.551" v="98" actId="20577"/>
          <ac:spMkLst>
            <pc:docMk/>
            <pc:sldMk cId="1167241922" sldId="259"/>
            <ac:spMk id="2" creationId="{BE8B5B3C-63A7-E7E8-A2EA-EDEDC3816F8C}"/>
          </ac:spMkLst>
        </pc:spChg>
      </pc:sldChg>
      <pc:sldChg chg="modSp new">
        <pc:chgData name="Martins, Lauren M." userId="S::martinl7@my.erau.edu::e6f1a391-4b08-4a3a-9181-5954156f1a8f" providerId="AD" clId="Web-{0FF41AD5-2445-912E-B3A8-0DCAD228FE5F}" dt="2026-01-24T21:46:30.660" v="114" actId="20577"/>
        <pc:sldMkLst>
          <pc:docMk/>
          <pc:sldMk cId="2151655468" sldId="261"/>
        </pc:sldMkLst>
        <pc:spChg chg="mod">
          <ac:chgData name="Martins, Lauren M." userId="S::martinl7@my.erau.edu::e6f1a391-4b08-4a3a-9181-5954156f1a8f" providerId="AD" clId="Web-{0FF41AD5-2445-912E-B3A8-0DCAD228FE5F}" dt="2026-01-24T21:46:30.660" v="114" actId="20577"/>
          <ac:spMkLst>
            <pc:docMk/>
            <pc:sldMk cId="2151655468" sldId="261"/>
            <ac:spMk id="2" creationId="{CB8A6BE5-FC18-96F5-A8DE-9EFC040AC147}"/>
          </ac:spMkLst>
        </pc:spChg>
      </pc:sldChg>
      <pc:sldChg chg="modSp new">
        <pc:chgData name="Martins, Lauren M." userId="S::martinl7@my.erau.edu::e6f1a391-4b08-4a3a-9181-5954156f1a8f" providerId="AD" clId="Web-{0FF41AD5-2445-912E-B3A8-0DCAD228FE5F}" dt="2026-01-24T21:46:47.443" v="124" actId="20577"/>
        <pc:sldMkLst>
          <pc:docMk/>
          <pc:sldMk cId="3924696890" sldId="262"/>
        </pc:sldMkLst>
        <pc:spChg chg="mod">
          <ac:chgData name="Martins, Lauren M." userId="S::martinl7@my.erau.edu::e6f1a391-4b08-4a3a-9181-5954156f1a8f" providerId="AD" clId="Web-{0FF41AD5-2445-912E-B3A8-0DCAD228FE5F}" dt="2026-01-24T21:46:47.443" v="124" actId="20577"/>
          <ac:spMkLst>
            <pc:docMk/>
            <pc:sldMk cId="3924696890" sldId="262"/>
            <ac:spMk id="2" creationId="{CCAF49FD-F4C2-F719-60CC-EB3368F4D1C4}"/>
          </ac:spMkLst>
        </pc:spChg>
      </pc:sldChg>
      <pc:sldChg chg="modSp new">
        <pc:chgData name="Martins, Lauren M." userId="S::martinl7@my.erau.edu::e6f1a391-4b08-4a3a-9181-5954156f1a8f" providerId="AD" clId="Web-{0FF41AD5-2445-912E-B3A8-0DCAD228FE5F}" dt="2026-01-24T21:48:07.532" v="151" actId="20577"/>
        <pc:sldMkLst>
          <pc:docMk/>
          <pc:sldMk cId="1892407732" sldId="263"/>
        </pc:sldMkLst>
        <pc:spChg chg="mod">
          <ac:chgData name="Martins, Lauren M." userId="S::martinl7@my.erau.edu::e6f1a391-4b08-4a3a-9181-5954156f1a8f" providerId="AD" clId="Web-{0FF41AD5-2445-912E-B3A8-0DCAD228FE5F}" dt="2026-01-24T21:48:07.532" v="151" actId="20577"/>
          <ac:spMkLst>
            <pc:docMk/>
            <pc:sldMk cId="1892407732" sldId="263"/>
            <ac:spMk id="2" creationId="{8D7F2688-8178-890D-6810-3512E6621D7D}"/>
          </ac:spMkLst>
        </pc:spChg>
      </pc:sldChg>
      <pc:sldChg chg="modSp new">
        <pc:chgData name="Martins, Lauren M." userId="S::martinl7@my.erau.edu::e6f1a391-4b08-4a3a-9181-5954156f1a8f" providerId="AD" clId="Web-{0FF41AD5-2445-912E-B3A8-0DCAD228FE5F}" dt="2026-01-24T21:47:50.891" v="149" actId="20577"/>
        <pc:sldMkLst>
          <pc:docMk/>
          <pc:sldMk cId="1993864410" sldId="264"/>
        </pc:sldMkLst>
        <pc:spChg chg="mod">
          <ac:chgData name="Martins, Lauren M." userId="S::martinl7@my.erau.edu::e6f1a391-4b08-4a3a-9181-5954156f1a8f" providerId="AD" clId="Web-{0FF41AD5-2445-912E-B3A8-0DCAD228FE5F}" dt="2026-01-24T21:47:50.891" v="149" actId="20577"/>
          <ac:spMkLst>
            <pc:docMk/>
            <pc:sldMk cId="1993864410" sldId="264"/>
            <ac:spMk id="2" creationId="{E82C2A70-5220-5E31-5086-F3A76D44FF48}"/>
          </ac:spMkLst>
        </pc:spChg>
      </pc:sldChg>
      <pc:sldChg chg="modSp new">
        <pc:chgData name="Martins, Lauren M." userId="S::martinl7@my.erau.edu::e6f1a391-4b08-4a3a-9181-5954156f1a8f" providerId="AD" clId="Web-{0FF41AD5-2445-912E-B3A8-0DCAD228FE5F}" dt="2026-01-24T21:51:09.996" v="245" actId="14100"/>
        <pc:sldMkLst>
          <pc:docMk/>
          <pc:sldMk cId="2190504958" sldId="271"/>
        </pc:sldMkLst>
        <pc:spChg chg="mod">
          <ac:chgData name="Martins, Lauren M." userId="S::martinl7@my.erau.edu::e6f1a391-4b08-4a3a-9181-5954156f1a8f" providerId="AD" clId="Web-{0FF41AD5-2445-912E-B3A8-0DCAD228FE5F}" dt="2026-01-24T21:51:09.996" v="245" actId="14100"/>
          <ac:spMkLst>
            <pc:docMk/>
            <pc:sldMk cId="2190504958" sldId="271"/>
            <ac:spMk id="2" creationId="{29FA8AC6-171F-E18C-A511-9384ABE73274}"/>
          </ac:spMkLst>
        </pc:spChg>
        <pc:spChg chg="mod">
          <ac:chgData name="Martins, Lauren M." userId="S::martinl7@my.erau.edu::e6f1a391-4b08-4a3a-9181-5954156f1a8f" providerId="AD" clId="Web-{0FF41AD5-2445-912E-B3A8-0DCAD228FE5F}" dt="2026-01-24T21:51:06.713" v="244" actId="20577"/>
          <ac:spMkLst>
            <pc:docMk/>
            <pc:sldMk cId="2190504958" sldId="271"/>
            <ac:spMk id="3" creationId="{980E534D-50E6-0ABB-C6F4-79835C9C118B}"/>
          </ac:spMkLst>
        </pc:spChg>
      </pc:sldChg>
      <pc:sldMasterChg chg="add addSldLayout modSldLayout">
        <pc:chgData name="Martins, Lauren M." userId="S::martinl7@my.erau.edu::e6f1a391-4b08-4a3a-9181-5954156f1a8f" providerId="AD" clId="Web-{0FF41AD5-2445-912E-B3A8-0DCAD228FE5F}" dt="2026-01-24T21:43:40.094" v="3"/>
        <pc:sldMasterMkLst>
          <pc:docMk/>
          <pc:sldMasterMk cId="4093081940" sldId="2147483708"/>
        </pc:sldMasterMkLst>
        <pc:sldLayoutChg chg="add mod replId">
          <pc:chgData name="Martins, Lauren M." userId="S::martinl7@my.erau.edu::e6f1a391-4b08-4a3a-9181-5954156f1a8f" providerId="AD" clId="Web-{0FF41AD5-2445-912E-B3A8-0DCAD228FE5F}" dt="2026-01-24T21:43:40.094" v="3"/>
          <pc:sldLayoutMkLst>
            <pc:docMk/>
            <pc:sldMasterMk cId="4093081940" sldId="2147483708"/>
            <pc:sldLayoutMk cId="4218600467" sldId="2147483709"/>
          </pc:sldLayoutMkLst>
        </pc:sldLayoutChg>
        <pc:sldLayoutChg chg="add mod replId">
          <pc:chgData name="Martins, Lauren M." userId="S::martinl7@my.erau.edu::e6f1a391-4b08-4a3a-9181-5954156f1a8f" providerId="AD" clId="Web-{0FF41AD5-2445-912E-B3A8-0DCAD228FE5F}" dt="2026-01-24T21:43:40.094" v="3"/>
          <pc:sldLayoutMkLst>
            <pc:docMk/>
            <pc:sldMasterMk cId="4093081940" sldId="2147483708"/>
            <pc:sldLayoutMk cId="159704088" sldId="2147483710"/>
          </pc:sldLayoutMkLst>
        </pc:sldLayoutChg>
        <pc:sldLayoutChg chg="add mod replId">
          <pc:chgData name="Martins, Lauren M." userId="S::martinl7@my.erau.edu::e6f1a391-4b08-4a3a-9181-5954156f1a8f" providerId="AD" clId="Web-{0FF41AD5-2445-912E-B3A8-0DCAD228FE5F}" dt="2026-01-24T21:43:40.094" v="3"/>
          <pc:sldLayoutMkLst>
            <pc:docMk/>
            <pc:sldMasterMk cId="4093081940" sldId="2147483708"/>
            <pc:sldLayoutMk cId="1054928047" sldId="2147483711"/>
          </pc:sldLayoutMkLst>
        </pc:sldLayoutChg>
        <pc:sldLayoutChg chg="add mod replId">
          <pc:chgData name="Martins, Lauren M." userId="S::martinl7@my.erau.edu::e6f1a391-4b08-4a3a-9181-5954156f1a8f" providerId="AD" clId="Web-{0FF41AD5-2445-912E-B3A8-0DCAD228FE5F}" dt="2026-01-24T21:43:40.094" v="3"/>
          <pc:sldLayoutMkLst>
            <pc:docMk/>
            <pc:sldMasterMk cId="4093081940" sldId="2147483708"/>
            <pc:sldLayoutMk cId="56523387" sldId="2147483712"/>
          </pc:sldLayoutMkLst>
        </pc:sldLayoutChg>
        <pc:sldLayoutChg chg="add mod replId">
          <pc:chgData name="Martins, Lauren M." userId="S::martinl7@my.erau.edu::e6f1a391-4b08-4a3a-9181-5954156f1a8f" providerId="AD" clId="Web-{0FF41AD5-2445-912E-B3A8-0DCAD228FE5F}" dt="2026-01-24T21:43:40.094" v="3"/>
          <pc:sldLayoutMkLst>
            <pc:docMk/>
            <pc:sldMasterMk cId="4093081940" sldId="2147483708"/>
            <pc:sldLayoutMk cId="4121342157" sldId="2147483713"/>
          </pc:sldLayoutMkLst>
        </pc:sldLayoutChg>
        <pc:sldLayoutChg chg="add mod replId">
          <pc:chgData name="Martins, Lauren M." userId="S::martinl7@my.erau.edu::e6f1a391-4b08-4a3a-9181-5954156f1a8f" providerId="AD" clId="Web-{0FF41AD5-2445-912E-B3A8-0DCAD228FE5F}" dt="2026-01-24T21:43:40.094" v="3"/>
          <pc:sldLayoutMkLst>
            <pc:docMk/>
            <pc:sldMasterMk cId="4093081940" sldId="2147483708"/>
            <pc:sldLayoutMk cId="3801696700" sldId="2147483714"/>
          </pc:sldLayoutMkLst>
        </pc:sldLayoutChg>
        <pc:sldLayoutChg chg="add mod replId">
          <pc:chgData name="Martins, Lauren M." userId="S::martinl7@my.erau.edu::e6f1a391-4b08-4a3a-9181-5954156f1a8f" providerId="AD" clId="Web-{0FF41AD5-2445-912E-B3A8-0DCAD228FE5F}" dt="2026-01-24T21:43:40.094" v="3"/>
          <pc:sldLayoutMkLst>
            <pc:docMk/>
            <pc:sldMasterMk cId="4093081940" sldId="2147483708"/>
            <pc:sldLayoutMk cId="953429274" sldId="2147483715"/>
          </pc:sldLayoutMkLst>
        </pc:sldLayoutChg>
        <pc:sldLayoutChg chg="add mod replId">
          <pc:chgData name="Martins, Lauren M." userId="S::martinl7@my.erau.edu::e6f1a391-4b08-4a3a-9181-5954156f1a8f" providerId="AD" clId="Web-{0FF41AD5-2445-912E-B3A8-0DCAD228FE5F}" dt="2026-01-24T21:43:40.094" v="3"/>
          <pc:sldLayoutMkLst>
            <pc:docMk/>
            <pc:sldMasterMk cId="4093081940" sldId="2147483708"/>
            <pc:sldLayoutMk cId="1801644811" sldId="2147483716"/>
          </pc:sldLayoutMkLst>
        </pc:sldLayoutChg>
        <pc:sldLayoutChg chg="add mod replId">
          <pc:chgData name="Martins, Lauren M." userId="S::martinl7@my.erau.edu::e6f1a391-4b08-4a3a-9181-5954156f1a8f" providerId="AD" clId="Web-{0FF41AD5-2445-912E-B3A8-0DCAD228FE5F}" dt="2026-01-24T21:43:40.094" v="3"/>
          <pc:sldLayoutMkLst>
            <pc:docMk/>
            <pc:sldMasterMk cId="4093081940" sldId="2147483708"/>
            <pc:sldLayoutMk cId="2452666223" sldId="2147483717"/>
          </pc:sldLayoutMkLst>
        </pc:sldLayoutChg>
        <pc:sldLayoutChg chg="add mod replId">
          <pc:chgData name="Martins, Lauren M." userId="S::martinl7@my.erau.edu::e6f1a391-4b08-4a3a-9181-5954156f1a8f" providerId="AD" clId="Web-{0FF41AD5-2445-912E-B3A8-0DCAD228FE5F}" dt="2026-01-24T21:43:40.094" v="3"/>
          <pc:sldLayoutMkLst>
            <pc:docMk/>
            <pc:sldMasterMk cId="4093081940" sldId="2147483708"/>
            <pc:sldLayoutMk cId="253313677" sldId="2147483718"/>
          </pc:sldLayoutMkLst>
        </pc:sldLayoutChg>
        <pc:sldLayoutChg chg="add mod replId">
          <pc:chgData name="Martins, Lauren M." userId="S::martinl7@my.erau.edu::e6f1a391-4b08-4a3a-9181-5954156f1a8f" providerId="AD" clId="Web-{0FF41AD5-2445-912E-B3A8-0DCAD228FE5F}" dt="2026-01-24T21:43:40.094" v="3"/>
          <pc:sldLayoutMkLst>
            <pc:docMk/>
            <pc:sldMasterMk cId="4093081940" sldId="2147483708"/>
            <pc:sldLayoutMk cId="824843748" sldId="2147483719"/>
          </pc:sldLayoutMkLst>
        </pc:sldLayoutChg>
      </pc:sldMasterChg>
    </pc:docChg>
  </pc:docChgLst>
  <pc:docChgLst>
    <pc:chgData name="Martins, Lauren M." userId="S::martinl7@my.erau.edu::e6f1a391-4b08-4a3a-9181-5954156f1a8f" providerId="AD" clId="Web-{FDEDEC79-DE05-255D-92E8-A66C5A16A13E}"/>
    <pc:docChg chg="modSld">
      <pc:chgData name="Martins, Lauren M." userId="S::martinl7@my.erau.edu::e6f1a391-4b08-4a3a-9181-5954156f1a8f" providerId="AD" clId="Web-{FDEDEC79-DE05-255D-92E8-A66C5A16A13E}" dt="2026-01-27T04:24:27.622" v="34" actId="1076"/>
      <pc:docMkLst>
        <pc:docMk/>
      </pc:docMkLst>
      <pc:sldChg chg="modSp">
        <pc:chgData name="Martins, Lauren M." userId="S::martinl7@my.erau.edu::e6f1a391-4b08-4a3a-9181-5954156f1a8f" providerId="AD" clId="Web-{FDEDEC79-DE05-255D-92E8-A66C5A16A13E}" dt="2026-01-26T05:26:25.256" v="22" actId="1076"/>
        <pc:sldMkLst>
          <pc:docMk/>
          <pc:sldMk cId="109857222" sldId="256"/>
        </pc:sldMkLst>
        <pc:spChg chg="mod">
          <ac:chgData name="Martins, Lauren M." userId="S::martinl7@my.erau.edu::e6f1a391-4b08-4a3a-9181-5954156f1a8f" providerId="AD" clId="Web-{FDEDEC79-DE05-255D-92E8-A66C5A16A13E}" dt="2026-01-26T05:26:25.256" v="22" actId="1076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Martins, Lauren M." userId="S::martinl7@my.erau.edu::e6f1a391-4b08-4a3a-9181-5954156f1a8f" providerId="AD" clId="Web-{FDEDEC79-DE05-255D-92E8-A66C5A16A13E}" dt="2026-01-27T04:24:27.622" v="34" actId="1076"/>
        <pc:sldMkLst>
          <pc:docMk/>
          <pc:sldMk cId="3924696890" sldId="262"/>
        </pc:sldMkLst>
        <pc:graphicFrameChg chg="mod modGraphic">
          <ac:chgData name="Martins, Lauren M." userId="S::martinl7@my.erau.edu::e6f1a391-4b08-4a3a-9181-5954156f1a8f" providerId="AD" clId="Web-{FDEDEC79-DE05-255D-92E8-A66C5A16A13E}" dt="2026-01-27T04:24:27.622" v="34" actId="1076"/>
          <ac:graphicFrameMkLst>
            <pc:docMk/>
            <pc:sldMk cId="3924696890" sldId="262"/>
            <ac:graphicFrameMk id="4" creationId="{22CFD5AB-FCCA-AA2B-BF02-B77EEA89D723}"/>
          </ac:graphicFrameMkLst>
        </pc:graphicFrameChg>
        <pc:graphicFrameChg chg="mod modGraphic">
          <ac:chgData name="Martins, Lauren M." userId="S::martinl7@my.erau.edu::e6f1a391-4b08-4a3a-9181-5954156f1a8f" providerId="AD" clId="Web-{FDEDEC79-DE05-255D-92E8-A66C5A16A13E}" dt="2026-01-27T04:22:34.949" v="29" actId="1076"/>
          <ac:graphicFrameMkLst>
            <pc:docMk/>
            <pc:sldMk cId="3924696890" sldId="262"/>
            <ac:graphicFrameMk id="5" creationId="{8E24CFD4-2B3D-C648-2C36-4A9CF14617B0}"/>
          </ac:graphicFrameMkLst>
        </pc:graphicFrameChg>
      </pc:sldChg>
      <pc:sldChg chg="addSp delSp modSp">
        <pc:chgData name="Martins, Lauren M." userId="S::martinl7@my.erau.edu::e6f1a391-4b08-4a3a-9181-5954156f1a8f" providerId="AD" clId="Web-{FDEDEC79-DE05-255D-92E8-A66C5A16A13E}" dt="2026-01-26T05:26:12.536" v="21"/>
        <pc:sldMkLst>
          <pc:docMk/>
          <pc:sldMk cId="1993864410" sldId="264"/>
        </pc:sldMkLst>
        <pc:spChg chg="mod">
          <ac:chgData name="Martins, Lauren M." userId="S::martinl7@my.erau.edu::e6f1a391-4b08-4a3a-9181-5954156f1a8f" providerId="AD" clId="Web-{FDEDEC79-DE05-255D-92E8-A66C5A16A13E}" dt="2026-01-26T05:26:04.489" v="19" actId="1076"/>
          <ac:spMkLst>
            <pc:docMk/>
            <pc:sldMk cId="1993864410" sldId="264"/>
            <ac:spMk id="2" creationId="{E82C2A70-5220-5E31-5086-F3A76D44FF48}"/>
          </ac:spMkLst>
        </pc:spChg>
        <pc:spChg chg="del mod">
          <ac:chgData name="Martins, Lauren M." userId="S::martinl7@my.erau.edu::e6f1a391-4b08-4a3a-9181-5954156f1a8f" providerId="AD" clId="Web-{FDEDEC79-DE05-255D-92E8-A66C5A16A13E}" dt="2026-01-26T05:12:06.395" v="1"/>
          <ac:spMkLst>
            <pc:docMk/>
            <pc:sldMk cId="1993864410" sldId="264"/>
            <ac:spMk id="3" creationId="{2747DE92-3A02-A771-42DF-06B24278A04D}"/>
          </ac:spMkLst>
        </pc:spChg>
        <pc:spChg chg="add mod ord">
          <ac:chgData name="Martins, Lauren M." userId="S::martinl7@my.erau.edu::e6f1a391-4b08-4a3a-9181-5954156f1a8f" providerId="AD" clId="Web-{FDEDEC79-DE05-255D-92E8-A66C5A16A13E}" dt="2026-01-26T05:16:47.200" v="11"/>
          <ac:spMkLst>
            <pc:docMk/>
            <pc:sldMk cId="1993864410" sldId="264"/>
            <ac:spMk id="4" creationId="{C4D28973-C437-B52E-929A-A298CDFDB20F}"/>
          </ac:spMkLst>
        </pc:spChg>
        <pc:spChg chg="add mod">
          <ac:chgData name="Martins, Lauren M." userId="S::martinl7@my.erau.edu::e6f1a391-4b08-4a3a-9181-5954156f1a8f" providerId="AD" clId="Web-{FDEDEC79-DE05-255D-92E8-A66C5A16A13E}" dt="2026-01-26T05:26:10.364" v="20"/>
          <ac:spMkLst>
            <pc:docMk/>
            <pc:sldMk cId="1993864410" sldId="264"/>
            <ac:spMk id="5" creationId="{48EF3762-B5F2-E100-4575-62878C2FD5DE}"/>
          </ac:spMkLst>
        </pc:spChg>
        <pc:spChg chg="add mod">
          <ac:chgData name="Martins, Lauren M." userId="S::martinl7@my.erau.edu::e6f1a391-4b08-4a3a-9181-5954156f1a8f" providerId="AD" clId="Web-{FDEDEC79-DE05-255D-92E8-A66C5A16A13E}" dt="2026-01-26T05:26:12.536" v="21"/>
          <ac:spMkLst>
            <pc:docMk/>
            <pc:sldMk cId="1993864410" sldId="264"/>
            <ac:spMk id="6" creationId="{4BA5FD3B-D720-50E1-7D0D-3C5B45B9E14C}"/>
          </ac:spMkLst>
        </pc:spChg>
      </pc:sldChg>
    </pc:docChg>
  </pc:docChgLst>
  <pc:docChgLst>
    <pc:chgData name="Clardy, John S." userId="af1ec040-aca6-4914-a8fe-50c76c9c8aa0" providerId="ADAL" clId="{144FF33A-29DC-44CC-A17F-E91E93DD3C49}"/>
    <pc:docChg chg="undo redo custSel addSld delSld modSld sldOrd">
      <pc:chgData name="Clardy, John S." userId="af1ec040-aca6-4914-a8fe-50c76c9c8aa0" providerId="ADAL" clId="{144FF33A-29DC-44CC-A17F-E91E93DD3C49}" dt="2026-01-27T13:45:10.678" v="1392"/>
      <pc:docMkLst>
        <pc:docMk/>
      </pc:docMkLst>
      <pc:sldChg chg="modSp mod">
        <pc:chgData name="Clardy, John S." userId="af1ec040-aca6-4914-a8fe-50c76c9c8aa0" providerId="ADAL" clId="{144FF33A-29DC-44CC-A17F-E91E93DD3C49}" dt="2026-01-27T03:56:57.656" v="951" actId="20577"/>
        <pc:sldMkLst>
          <pc:docMk/>
          <pc:sldMk cId="2459660667" sldId="257"/>
        </pc:sldMkLst>
        <pc:spChg chg="mod">
          <ac:chgData name="Clardy, John S." userId="af1ec040-aca6-4914-a8fe-50c76c9c8aa0" providerId="ADAL" clId="{144FF33A-29DC-44CC-A17F-E91E93DD3C49}" dt="2026-01-27T03:56:57.656" v="951" actId="20577"/>
          <ac:spMkLst>
            <pc:docMk/>
            <pc:sldMk cId="2459660667" sldId="257"/>
            <ac:spMk id="3" creationId="{FEE99008-C93A-2EE7-5953-24A071D17908}"/>
          </ac:spMkLst>
        </pc:spChg>
      </pc:sldChg>
      <pc:sldChg chg="addSp delSp modSp mod ord">
        <pc:chgData name="Clardy, John S." userId="af1ec040-aca6-4914-a8fe-50c76c9c8aa0" providerId="ADAL" clId="{144FF33A-29DC-44CC-A17F-E91E93DD3C49}" dt="2026-01-27T13:45:10.678" v="1392"/>
        <pc:sldMkLst>
          <pc:docMk/>
          <pc:sldMk cId="4134572444" sldId="258"/>
        </pc:sldMkLst>
        <pc:spChg chg="del">
          <ac:chgData name="Clardy, John S." userId="af1ec040-aca6-4914-a8fe-50c76c9c8aa0" providerId="ADAL" clId="{144FF33A-29DC-44CC-A17F-E91E93DD3C49}" dt="2026-01-27T02:00:41.648" v="10" actId="478"/>
          <ac:spMkLst>
            <pc:docMk/>
            <pc:sldMk cId="4134572444" sldId="258"/>
            <ac:spMk id="3" creationId="{7B27937B-5E3C-C505-62E3-593B6C1206D6}"/>
          </ac:spMkLst>
        </pc:spChg>
        <pc:spChg chg="add mod ord">
          <ac:chgData name="Clardy, John S." userId="af1ec040-aca6-4914-a8fe-50c76c9c8aa0" providerId="ADAL" clId="{144FF33A-29DC-44CC-A17F-E91E93DD3C49}" dt="2026-01-27T04:35:23.302" v="1034" actId="1076"/>
          <ac:spMkLst>
            <pc:docMk/>
            <pc:sldMk cId="4134572444" sldId="258"/>
            <ac:spMk id="6" creationId="{47108824-BC1A-4304-E36F-02EED16E0538}"/>
          </ac:spMkLst>
        </pc:spChg>
        <pc:graphicFrameChg chg="add mod">
          <ac:chgData name="Clardy, John S." userId="af1ec040-aca6-4914-a8fe-50c76c9c8aa0" providerId="ADAL" clId="{144FF33A-29DC-44CC-A17F-E91E93DD3C49}" dt="2026-01-27T02:00:15.553" v="2"/>
          <ac:graphicFrameMkLst>
            <pc:docMk/>
            <pc:sldMk cId="4134572444" sldId="258"/>
            <ac:graphicFrameMk id="4" creationId="{85160316-4E00-4C27-9560-BB9C634BA804}"/>
          </ac:graphicFrameMkLst>
        </pc:graphicFrameChg>
        <pc:graphicFrameChg chg="add del mod ord">
          <ac:chgData name="Clardy, John S." userId="af1ec040-aca6-4914-a8fe-50c76c9c8aa0" providerId="ADAL" clId="{144FF33A-29DC-44CC-A17F-E91E93DD3C49}" dt="2026-01-27T02:40:45.778" v="587" actId="478"/>
          <ac:graphicFrameMkLst>
            <pc:docMk/>
            <pc:sldMk cId="4134572444" sldId="258"/>
            <ac:graphicFrameMk id="5" creationId="{85160316-4E00-4C27-9560-BB9C634BA804}"/>
          </ac:graphicFrameMkLst>
        </pc:graphicFrameChg>
        <pc:graphicFrameChg chg="add mod">
          <ac:chgData name="Clardy, John S." userId="af1ec040-aca6-4914-a8fe-50c76c9c8aa0" providerId="ADAL" clId="{144FF33A-29DC-44CC-A17F-E91E93DD3C49}" dt="2026-01-27T02:41:11.190" v="595" actId="1076"/>
          <ac:graphicFrameMkLst>
            <pc:docMk/>
            <pc:sldMk cId="4134572444" sldId="258"/>
            <ac:graphicFrameMk id="7" creationId="{85160316-4E00-4C27-9560-BB9C634BA804}"/>
          </ac:graphicFrameMkLst>
        </pc:graphicFrameChg>
      </pc:sldChg>
      <pc:sldChg chg="addSp delSp modSp mod">
        <pc:chgData name="Clardy, John S." userId="af1ec040-aca6-4914-a8fe-50c76c9c8aa0" providerId="ADAL" clId="{144FF33A-29DC-44CC-A17F-E91E93DD3C49}" dt="2026-01-27T02:56:51.168" v="801" actId="20577"/>
        <pc:sldMkLst>
          <pc:docMk/>
          <pc:sldMk cId="1167241922" sldId="259"/>
        </pc:sldMkLst>
        <pc:spChg chg="mod">
          <ac:chgData name="Clardy, John S." userId="af1ec040-aca6-4914-a8fe-50c76c9c8aa0" providerId="ADAL" clId="{144FF33A-29DC-44CC-A17F-E91E93DD3C49}" dt="2026-01-27T02:21:34.613" v="66" actId="20577"/>
          <ac:spMkLst>
            <pc:docMk/>
            <pc:sldMk cId="1167241922" sldId="259"/>
            <ac:spMk id="2" creationId="{BE8B5B3C-63A7-E7E8-A2EA-EDEDC3816F8C}"/>
          </ac:spMkLst>
        </pc:spChg>
        <pc:spChg chg="add del">
          <ac:chgData name="Clardy, John S." userId="af1ec040-aca6-4914-a8fe-50c76c9c8aa0" providerId="ADAL" clId="{144FF33A-29DC-44CC-A17F-E91E93DD3C49}" dt="2026-01-27T02:22:27.066" v="69" actId="3680"/>
          <ac:spMkLst>
            <pc:docMk/>
            <pc:sldMk cId="1167241922" sldId="259"/>
            <ac:spMk id="3" creationId="{B0616537-652A-D5B5-20E0-322BE4996CD6}"/>
          </ac:spMkLst>
        </pc:spChg>
        <pc:graphicFrameChg chg="add del mod ord modGraphic">
          <ac:chgData name="Clardy, John S." userId="af1ec040-aca6-4914-a8fe-50c76c9c8aa0" providerId="ADAL" clId="{144FF33A-29DC-44CC-A17F-E91E93DD3C49}" dt="2026-01-27T02:22:18.321" v="68" actId="3680"/>
          <ac:graphicFrameMkLst>
            <pc:docMk/>
            <pc:sldMk cId="1167241922" sldId="259"/>
            <ac:graphicFrameMk id="4" creationId="{44E596DD-A56A-4DA6-4504-1EFD96EE3688}"/>
          </ac:graphicFrameMkLst>
        </pc:graphicFrameChg>
        <pc:graphicFrameChg chg="add mod ord modGraphic">
          <ac:chgData name="Clardy, John S." userId="af1ec040-aca6-4914-a8fe-50c76c9c8aa0" providerId="ADAL" clId="{144FF33A-29DC-44CC-A17F-E91E93DD3C49}" dt="2026-01-27T02:56:51.168" v="801" actId="20577"/>
          <ac:graphicFrameMkLst>
            <pc:docMk/>
            <pc:sldMk cId="1167241922" sldId="259"/>
            <ac:graphicFrameMk id="5" creationId="{EC31F71E-1DEF-755C-133B-D1E4487F3181}"/>
          </ac:graphicFrameMkLst>
        </pc:graphicFrameChg>
      </pc:sldChg>
      <pc:sldChg chg="del">
        <pc:chgData name="Clardy, John S." userId="af1ec040-aca6-4914-a8fe-50c76c9c8aa0" providerId="ADAL" clId="{144FF33A-29DC-44CC-A17F-E91E93DD3C49}" dt="2026-01-27T02:47:13.995" v="728" actId="2696"/>
        <pc:sldMkLst>
          <pc:docMk/>
          <pc:sldMk cId="3635248439" sldId="260"/>
        </pc:sldMkLst>
      </pc:sldChg>
      <pc:sldChg chg="addSp modSp mod ord">
        <pc:chgData name="Clardy, John S." userId="af1ec040-aca6-4914-a8fe-50c76c9c8aa0" providerId="ADAL" clId="{144FF33A-29DC-44CC-A17F-E91E93DD3C49}" dt="2026-01-27T13:41:44.447" v="1388" actId="1076"/>
        <pc:sldMkLst>
          <pc:docMk/>
          <pc:sldMk cId="2151655468" sldId="261"/>
        </pc:sldMkLst>
        <pc:spChg chg="mod">
          <ac:chgData name="Clardy, John S." userId="af1ec040-aca6-4914-a8fe-50c76c9c8aa0" providerId="ADAL" clId="{144FF33A-29DC-44CC-A17F-E91E93DD3C49}" dt="2026-01-27T04:22:40.673" v="984" actId="20577"/>
          <ac:spMkLst>
            <pc:docMk/>
            <pc:sldMk cId="2151655468" sldId="261"/>
            <ac:spMk id="3" creationId="{8C5009CA-0201-024A-5937-236E8A8F1BC9}"/>
          </ac:spMkLst>
        </pc:spChg>
        <pc:graphicFrameChg chg="add mod modGraphic">
          <ac:chgData name="Clardy, John S." userId="af1ec040-aca6-4914-a8fe-50c76c9c8aa0" providerId="ADAL" clId="{144FF33A-29DC-44CC-A17F-E91E93DD3C49}" dt="2026-01-27T13:41:44.447" v="1388" actId="1076"/>
          <ac:graphicFrameMkLst>
            <pc:docMk/>
            <pc:sldMk cId="2151655468" sldId="261"/>
            <ac:graphicFrameMk id="4" creationId="{C25A2D7E-0BA1-8D6C-125F-12A0177A6745}"/>
          </ac:graphicFrameMkLst>
        </pc:graphicFrameChg>
      </pc:sldChg>
      <pc:sldChg chg="addSp delSp modSp mod">
        <pc:chgData name="Clardy, John S." userId="af1ec040-aca6-4914-a8fe-50c76c9c8aa0" providerId="ADAL" clId="{144FF33A-29DC-44CC-A17F-E91E93DD3C49}" dt="2026-01-27T05:23:21.051" v="1293" actId="20577"/>
        <pc:sldMkLst>
          <pc:docMk/>
          <pc:sldMk cId="3924696890" sldId="262"/>
        </pc:sldMkLst>
        <pc:spChg chg="del mod">
          <ac:chgData name="Clardy, John S." userId="af1ec040-aca6-4914-a8fe-50c76c9c8aa0" providerId="ADAL" clId="{144FF33A-29DC-44CC-A17F-E91E93DD3C49}" dt="2026-01-27T04:20:55.284" v="962" actId="478"/>
          <ac:spMkLst>
            <pc:docMk/>
            <pc:sldMk cId="3924696890" sldId="262"/>
            <ac:spMk id="3" creationId="{EAF4565B-D1F8-EB35-B2D9-ACB7B9F6B8D6}"/>
          </ac:spMkLst>
        </pc:spChg>
        <pc:graphicFrameChg chg="add mod modGraphic">
          <ac:chgData name="Clardy, John S." userId="af1ec040-aca6-4914-a8fe-50c76c9c8aa0" providerId="ADAL" clId="{144FF33A-29DC-44CC-A17F-E91E93DD3C49}" dt="2026-01-27T05:23:21.051" v="1293" actId="20577"/>
          <ac:graphicFrameMkLst>
            <pc:docMk/>
            <pc:sldMk cId="3924696890" sldId="262"/>
            <ac:graphicFrameMk id="4" creationId="{22CFD5AB-FCCA-AA2B-BF02-B77EEA89D723}"/>
          </ac:graphicFrameMkLst>
        </pc:graphicFrameChg>
        <pc:graphicFrameChg chg="add mod modGraphic">
          <ac:chgData name="Clardy, John S." userId="af1ec040-aca6-4914-a8fe-50c76c9c8aa0" providerId="ADAL" clId="{144FF33A-29DC-44CC-A17F-E91E93DD3C49}" dt="2026-01-27T04:27:18.001" v="1032" actId="1076"/>
          <ac:graphicFrameMkLst>
            <pc:docMk/>
            <pc:sldMk cId="3924696890" sldId="262"/>
            <ac:graphicFrameMk id="5" creationId="{8E24CFD4-2B3D-C648-2C36-4A9CF14617B0}"/>
          </ac:graphicFrameMkLst>
        </pc:graphicFrameChg>
      </pc:sldChg>
      <pc:sldChg chg="modSp mod">
        <pc:chgData name="Clardy, John S." userId="af1ec040-aca6-4914-a8fe-50c76c9c8aa0" providerId="ADAL" clId="{144FF33A-29DC-44CC-A17F-E91E93DD3C49}" dt="2026-01-27T05:29:22.311" v="1385" actId="20577"/>
        <pc:sldMkLst>
          <pc:docMk/>
          <pc:sldMk cId="1892407732" sldId="263"/>
        </pc:sldMkLst>
        <pc:spChg chg="mod">
          <ac:chgData name="Clardy, John S." userId="af1ec040-aca6-4914-a8fe-50c76c9c8aa0" providerId="ADAL" clId="{144FF33A-29DC-44CC-A17F-E91E93DD3C49}" dt="2026-01-27T05:29:22.311" v="1385" actId="20577"/>
          <ac:spMkLst>
            <pc:docMk/>
            <pc:sldMk cId="1892407732" sldId="263"/>
            <ac:spMk id="2" creationId="{8D7F2688-8178-890D-6810-3512E6621D7D}"/>
          </ac:spMkLst>
        </pc:spChg>
        <pc:spChg chg="mod">
          <ac:chgData name="Clardy, John S." userId="af1ec040-aca6-4914-a8fe-50c76c9c8aa0" providerId="ADAL" clId="{144FF33A-29DC-44CC-A17F-E91E93DD3C49}" dt="2026-01-27T04:53:03.236" v="1130" actId="20577"/>
          <ac:spMkLst>
            <pc:docMk/>
            <pc:sldMk cId="1892407732" sldId="263"/>
            <ac:spMk id="3" creationId="{73779228-D289-9E6E-A687-7A06D64D7C94}"/>
          </ac:spMkLst>
        </pc:spChg>
      </pc:sldChg>
      <pc:sldChg chg="modSp mod">
        <pc:chgData name="Clardy, John S." userId="af1ec040-aca6-4914-a8fe-50c76c9c8aa0" providerId="ADAL" clId="{144FF33A-29DC-44CC-A17F-E91E93DD3C49}" dt="2026-01-27T02:59:33.344" v="894" actId="20577"/>
        <pc:sldMkLst>
          <pc:docMk/>
          <pc:sldMk cId="3430906776" sldId="265"/>
        </pc:sldMkLst>
        <pc:spChg chg="mod">
          <ac:chgData name="Clardy, John S." userId="af1ec040-aca6-4914-a8fe-50c76c9c8aa0" providerId="ADAL" clId="{144FF33A-29DC-44CC-A17F-E91E93DD3C49}" dt="2026-01-27T02:59:33.344" v="894" actId="20577"/>
          <ac:spMkLst>
            <pc:docMk/>
            <pc:sldMk cId="3430906776" sldId="265"/>
            <ac:spMk id="3" creationId="{3A0ECC9D-7433-4421-F3AA-984E14094716}"/>
          </ac:spMkLst>
        </pc:spChg>
      </pc:sldChg>
      <pc:sldChg chg="modSp mod">
        <pc:chgData name="Clardy, John S." userId="af1ec040-aca6-4914-a8fe-50c76c9c8aa0" providerId="ADAL" clId="{144FF33A-29DC-44CC-A17F-E91E93DD3C49}" dt="2026-01-27T02:59:53.372" v="908" actId="20577"/>
        <pc:sldMkLst>
          <pc:docMk/>
          <pc:sldMk cId="49127121" sldId="266"/>
        </pc:sldMkLst>
        <pc:spChg chg="mod">
          <ac:chgData name="Clardy, John S." userId="af1ec040-aca6-4914-a8fe-50c76c9c8aa0" providerId="ADAL" clId="{144FF33A-29DC-44CC-A17F-E91E93DD3C49}" dt="2026-01-27T02:59:53.372" v="908" actId="20577"/>
          <ac:spMkLst>
            <pc:docMk/>
            <pc:sldMk cId="49127121" sldId="266"/>
            <ac:spMk id="3" creationId="{7B0BA167-604B-5A01-DFD2-37255BBAAD2F}"/>
          </ac:spMkLst>
        </pc:spChg>
      </pc:sldChg>
      <pc:sldChg chg="modSp mod">
        <pc:chgData name="Clardy, John S." userId="af1ec040-aca6-4914-a8fe-50c76c9c8aa0" providerId="ADAL" clId="{144FF33A-29DC-44CC-A17F-E91E93DD3C49}" dt="2026-01-27T02:59:59.743" v="912" actId="20577"/>
        <pc:sldMkLst>
          <pc:docMk/>
          <pc:sldMk cId="3042513216" sldId="267"/>
        </pc:sldMkLst>
        <pc:spChg chg="mod">
          <ac:chgData name="Clardy, John S." userId="af1ec040-aca6-4914-a8fe-50c76c9c8aa0" providerId="ADAL" clId="{144FF33A-29DC-44CC-A17F-E91E93DD3C49}" dt="2026-01-27T02:59:59.743" v="912" actId="20577"/>
          <ac:spMkLst>
            <pc:docMk/>
            <pc:sldMk cId="3042513216" sldId="267"/>
            <ac:spMk id="3" creationId="{91D8BED0-8E30-BA9B-9A32-D301819FCD21}"/>
          </ac:spMkLst>
        </pc:spChg>
      </pc:sldChg>
      <pc:sldChg chg="modSp mod">
        <pc:chgData name="Clardy, John S." userId="af1ec040-aca6-4914-a8fe-50c76c9c8aa0" providerId="ADAL" clId="{144FF33A-29DC-44CC-A17F-E91E93DD3C49}" dt="2026-01-27T03:00:03.560" v="916" actId="20577"/>
        <pc:sldMkLst>
          <pc:docMk/>
          <pc:sldMk cId="3156317162" sldId="268"/>
        </pc:sldMkLst>
        <pc:spChg chg="mod">
          <ac:chgData name="Clardy, John S." userId="af1ec040-aca6-4914-a8fe-50c76c9c8aa0" providerId="ADAL" clId="{144FF33A-29DC-44CC-A17F-E91E93DD3C49}" dt="2026-01-27T03:00:03.560" v="916" actId="20577"/>
          <ac:spMkLst>
            <pc:docMk/>
            <pc:sldMk cId="3156317162" sldId="268"/>
            <ac:spMk id="3" creationId="{80C299CA-8240-43E9-A8A1-3ACF77017026}"/>
          </ac:spMkLst>
        </pc:spChg>
      </pc:sldChg>
      <pc:sldChg chg="del">
        <pc:chgData name="Clardy, John S." userId="af1ec040-aca6-4914-a8fe-50c76c9c8aa0" providerId="ADAL" clId="{144FF33A-29DC-44CC-A17F-E91E93DD3C49}" dt="2026-01-27T02:13:50.247" v="54" actId="2696"/>
        <pc:sldMkLst>
          <pc:docMk/>
          <pc:sldMk cId="1685157675" sldId="269"/>
        </pc:sldMkLst>
      </pc:sldChg>
      <pc:sldChg chg="del">
        <pc:chgData name="Clardy, John S." userId="af1ec040-aca6-4914-a8fe-50c76c9c8aa0" providerId="ADAL" clId="{144FF33A-29DC-44CC-A17F-E91E93DD3C49}" dt="2026-01-27T02:13:48.299" v="53" actId="2696"/>
        <pc:sldMkLst>
          <pc:docMk/>
          <pc:sldMk cId="1832165562" sldId="270"/>
        </pc:sldMkLst>
      </pc:sldChg>
      <pc:sldChg chg="modSp new mod">
        <pc:chgData name="Clardy, John S." userId="af1ec040-aca6-4914-a8fe-50c76c9c8aa0" providerId="ADAL" clId="{144FF33A-29DC-44CC-A17F-E91E93DD3C49}" dt="2026-01-27T02:12:39.144" v="52" actId="20577"/>
        <pc:sldMkLst>
          <pc:docMk/>
          <pc:sldMk cId="352648154" sldId="272"/>
        </pc:sldMkLst>
        <pc:spChg chg="mod">
          <ac:chgData name="Clardy, John S." userId="af1ec040-aca6-4914-a8fe-50c76c9c8aa0" providerId="ADAL" clId="{144FF33A-29DC-44CC-A17F-E91E93DD3C49}" dt="2026-01-27T02:12:39.144" v="52" actId="20577"/>
          <ac:spMkLst>
            <pc:docMk/>
            <pc:sldMk cId="352648154" sldId="272"/>
            <ac:spMk id="2" creationId="{75555E1F-5918-12E9-B994-1C38B7B27182}"/>
          </ac:spMkLst>
        </pc:spChg>
      </pc:sldChg>
      <pc:sldChg chg="addSp delSp modSp new mod ord">
        <pc:chgData name="Clardy, John S." userId="af1ec040-aca6-4914-a8fe-50c76c9c8aa0" providerId="ADAL" clId="{144FF33A-29DC-44CC-A17F-E91E93DD3C49}" dt="2026-01-27T05:19:51.394" v="1215" actId="1076"/>
        <pc:sldMkLst>
          <pc:docMk/>
          <pc:sldMk cId="1223001262" sldId="273"/>
        </pc:sldMkLst>
        <pc:spChg chg="mod">
          <ac:chgData name="Clardy, John S." userId="af1ec040-aca6-4914-a8fe-50c76c9c8aa0" providerId="ADAL" clId="{144FF33A-29DC-44CC-A17F-E91E93DD3C49}" dt="2026-01-27T02:47:31.357" v="760" actId="20577"/>
          <ac:spMkLst>
            <pc:docMk/>
            <pc:sldMk cId="1223001262" sldId="273"/>
            <ac:spMk id="2" creationId="{CBC83439-3B6B-8624-C577-099C061EABF0}"/>
          </ac:spMkLst>
        </pc:spChg>
        <pc:spChg chg="del">
          <ac:chgData name="Clardy, John S." userId="af1ec040-aca6-4914-a8fe-50c76c9c8aa0" providerId="ADAL" clId="{144FF33A-29DC-44CC-A17F-E91E93DD3C49}" dt="2026-01-27T05:17:13.775" v="1167" actId="478"/>
          <ac:spMkLst>
            <pc:docMk/>
            <pc:sldMk cId="1223001262" sldId="273"/>
            <ac:spMk id="3" creationId="{1E10DDA4-48FC-E598-610B-59C408F65937}"/>
          </ac:spMkLst>
        </pc:spChg>
        <pc:picChg chg="add mod">
          <ac:chgData name="Clardy, John S." userId="af1ec040-aca6-4914-a8fe-50c76c9c8aa0" providerId="ADAL" clId="{144FF33A-29DC-44CC-A17F-E91E93DD3C49}" dt="2026-01-27T05:19:46.014" v="1212" actId="14100"/>
          <ac:picMkLst>
            <pc:docMk/>
            <pc:sldMk cId="1223001262" sldId="273"/>
            <ac:picMk id="3074" creationId="{95ABA7F0-0BF2-4AB0-1DD9-6AAB550CA08C}"/>
          </ac:picMkLst>
        </pc:picChg>
        <pc:picChg chg="add mod">
          <ac:chgData name="Clardy, John S." userId="af1ec040-aca6-4914-a8fe-50c76c9c8aa0" providerId="ADAL" clId="{144FF33A-29DC-44CC-A17F-E91E93DD3C49}" dt="2026-01-27T05:19:51.394" v="1215" actId="1076"/>
          <ac:picMkLst>
            <pc:docMk/>
            <pc:sldMk cId="1223001262" sldId="273"/>
            <ac:picMk id="3076" creationId="{C750A8F5-B160-694B-9D67-A7BAEC0AB09F}"/>
          </ac:picMkLst>
        </pc:picChg>
        <pc:picChg chg="add del mod">
          <ac:chgData name="Clardy, John S." userId="af1ec040-aca6-4914-a8fe-50c76c9c8aa0" providerId="ADAL" clId="{144FF33A-29DC-44CC-A17F-E91E93DD3C49}" dt="2026-01-27T05:19:39.111" v="1208" actId="478"/>
          <ac:picMkLst>
            <pc:docMk/>
            <pc:sldMk cId="1223001262" sldId="273"/>
            <ac:picMk id="3078" creationId="{FA20A4ED-0809-743E-709D-DB6DFEDCFE27}"/>
          </ac:picMkLst>
        </pc:picChg>
      </pc:sldChg>
      <pc:sldChg chg="modSp mod">
        <pc:chgData name="Clardy, John S." userId="af1ec040-aca6-4914-a8fe-50c76c9c8aa0" providerId="ADAL" clId="{144FF33A-29DC-44CC-A17F-E91E93DD3C49}" dt="2026-01-27T05:34:30.487" v="1387" actId="20577"/>
        <pc:sldMkLst>
          <pc:docMk/>
          <pc:sldMk cId="1443835088" sldId="275"/>
        </pc:sldMkLst>
        <pc:spChg chg="mod">
          <ac:chgData name="Clardy, John S." userId="af1ec040-aca6-4914-a8fe-50c76c9c8aa0" providerId="ADAL" clId="{144FF33A-29DC-44CC-A17F-E91E93DD3C49}" dt="2026-01-27T05:34:30.487" v="1387" actId="20577"/>
          <ac:spMkLst>
            <pc:docMk/>
            <pc:sldMk cId="1443835088" sldId="275"/>
            <ac:spMk id="3" creationId="{C962A016-DBB5-FB3A-579B-98D058065217}"/>
          </ac:spMkLst>
        </pc:spChg>
        <pc:spChg chg="mod">
          <ac:chgData name="Clardy, John S." userId="af1ec040-aca6-4914-a8fe-50c76c9c8aa0" providerId="ADAL" clId="{144FF33A-29DC-44CC-A17F-E91E93DD3C49}" dt="2026-01-27T05:14:42.063" v="1166" actId="20577"/>
          <ac:spMkLst>
            <pc:docMk/>
            <pc:sldMk cId="1443835088" sldId="275"/>
            <ac:spMk id="5" creationId="{F2E22361-9468-83DC-2F9E-9AF93F1BF3CF}"/>
          </ac:spMkLst>
        </pc:spChg>
      </pc:sldChg>
      <pc:sldChg chg="addSp delSp modSp add">
        <pc:chgData name="Clardy, John S." userId="af1ec040-aca6-4914-a8fe-50c76c9c8aa0" providerId="ADAL" clId="{144FF33A-29DC-44CC-A17F-E91E93DD3C49}" dt="2026-01-27T05:20:13.800" v="1222" actId="1076"/>
        <pc:sldMkLst>
          <pc:docMk/>
          <pc:sldMk cId="1136022298" sldId="276"/>
        </pc:sldMkLst>
        <pc:picChg chg="del">
          <ac:chgData name="Clardy, John S." userId="af1ec040-aca6-4914-a8fe-50c76c9c8aa0" providerId="ADAL" clId="{144FF33A-29DC-44CC-A17F-E91E93DD3C49}" dt="2026-01-27T05:19:58.959" v="1217" actId="478"/>
          <ac:picMkLst>
            <pc:docMk/>
            <pc:sldMk cId="1136022298" sldId="276"/>
            <ac:picMk id="3074" creationId="{F23BA791-860B-D62C-2564-D5C34BC26A0F}"/>
          </ac:picMkLst>
        </pc:picChg>
        <pc:picChg chg="del">
          <ac:chgData name="Clardy, John S." userId="af1ec040-aca6-4914-a8fe-50c76c9c8aa0" providerId="ADAL" clId="{144FF33A-29DC-44CC-A17F-E91E93DD3C49}" dt="2026-01-27T05:19:58.959" v="1217" actId="478"/>
          <ac:picMkLst>
            <pc:docMk/>
            <pc:sldMk cId="1136022298" sldId="276"/>
            <ac:picMk id="3076" creationId="{CDE0E1A3-C6F2-0D98-773C-3B25EE87F21A}"/>
          </ac:picMkLst>
        </pc:picChg>
        <pc:picChg chg="add mod">
          <ac:chgData name="Clardy, John S." userId="af1ec040-aca6-4914-a8fe-50c76c9c8aa0" providerId="ADAL" clId="{144FF33A-29DC-44CC-A17F-E91E93DD3C49}" dt="2026-01-27T05:20:13.800" v="1222" actId="1076"/>
          <ac:picMkLst>
            <pc:docMk/>
            <pc:sldMk cId="1136022298" sldId="276"/>
            <ac:picMk id="4098" creationId="{EB44D517-DDBF-0AD6-1E54-B791A0CBEC3B}"/>
          </ac:picMkLst>
        </pc:picChg>
      </pc:sldChg>
    </pc:docChg>
  </pc:docChgLst>
  <pc:docChgLst>
    <pc:chgData name="Martins, Lauren M." userId="S::martinl7@my.erau.edu::e6f1a391-4b08-4a3a-9181-5954156f1a8f" providerId="AD" clId="Web-{38CD350F-64BA-ECF1-AE1E-7B9C8C93F0F6}"/>
    <pc:docChg chg="addSld delSld modSld">
      <pc:chgData name="Martins, Lauren M." userId="S::martinl7@my.erau.edu::e6f1a391-4b08-4a3a-9181-5954156f1a8f" providerId="AD" clId="Web-{38CD350F-64BA-ECF1-AE1E-7B9C8C93F0F6}" dt="2026-01-27T05:55:23.350" v="1119" actId="14100"/>
      <pc:docMkLst>
        <pc:docMk/>
      </pc:docMkLst>
      <pc:sldChg chg="modSp">
        <pc:chgData name="Martins, Lauren M." userId="S::martinl7@my.erau.edu::e6f1a391-4b08-4a3a-9181-5954156f1a8f" providerId="AD" clId="Web-{38CD350F-64BA-ECF1-AE1E-7B9C8C93F0F6}" dt="2026-01-27T05:55:23.350" v="1119" actId="14100"/>
        <pc:sldMkLst>
          <pc:docMk/>
          <pc:sldMk cId="2459660667" sldId="257"/>
        </pc:sldMkLst>
        <pc:spChg chg="mod">
          <ac:chgData name="Martins, Lauren M." userId="S::martinl7@my.erau.edu::e6f1a391-4b08-4a3a-9181-5954156f1a8f" providerId="AD" clId="Web-{38CD350F-64BA-ECF1-AE1E-7B9C8C93F0F6}" dt="2026-01-27T05:53:34.671" v="1085" actId="20577"/>
          <ac:spMkLst>
            <pc:docMk/>
            <pc:sldMk cId="2459660667" sldId="257"/>
            <ac:spMk id="2" creationId="{02ED78A4-D878-6AE8-EC02-754BF1FA1FB0}"/>
          </ac:spMkLst>
        </pc:spChg>
        <pc:spChg chg="mod">
          <ac:chgData name="Martins, Lauren M." userId="S::martinl7@my.erau.edu::e6f1a391-4b08-4a3a-9181-5954156f1a8f" providerId="AD" clId="Web-{38CD350F-64BA-ECF1-AE1E-7B9C8C93F0F6}" dt="2026-01-27T05:55:00.739" v="1117" actId="20577"/>
          <ac:spMkLst>
            <pc:docMk/>
            <pc:sldMk cId="2459660667" sldId="257"/>
            <ac:spMk id="3" creationId="{FEE99008-C93A-2EE7-5953-24A071D17908}"/>
          </ac:spMkLst>
        </pc:spChg>
        <pc:spChg chg="mod">
          <ac:chgData name="Martins, Lauren M." userId="S::martinl7@my.erau.edu::e6f1a391-4b08-4a3a-9181-5954156f1a8f" providerId="AD" clId="Web-{38CD350F-64BA-ECF1-AE1E-7B9C8C93F0F6}" dt="2026-01-27T05:55:23.350" v="1119" actId="14100"/>
          <ac:spMkLst>
            <pc:docMk/>
            <pc:sldMk cId="2459660667" sldId="257"/>
            <ac:spMk id="4" creationId="{D83A6DA8-D928-CA14-3BE2-97948FD28F35}"/>
          </ac:spMkLst>
        </pc:spChg>
      </pc:sldChg>
      <pc:sldChg chg="modSp add del">
        <pc:chgData name="Martins, Lauren M." userId="S::martinl7@my.erau.edu::e6f1a391-4b08-4a3a-9181-5954156f1a8f" providerId="AD" clId="Web-{38CD350F-64BA-ECF1-AE1E-7B9C8C93F0F6}" dt="2026-01-27T04:38:17.841" v="254" actId="1076"/>
        <pc:sldMkLst>
          <pc:docMk/>
          <pc:sldMk cId="2151655468" sldId="261"/>
        </pc:sldMkLst>
        <pc:spChg chg="mod">
          <ac:chgData name="Martins, Lauren M." userId="S::martinl7@my.erau.edu::e6f1a391-4b08-4a3a-9181-5954156f1a8f" providerId="AD" clId="Web-{38CD350F-64BA-ECF1-AE1E-7B9C8C93F0F6}" dt="2026-01-27T04:38:01.090" v="250" actId="20577"/>
          <ac:spMkLst>
            <pc:docMk/>
            <pc:sldMk cId="2151655468" sldId="261"/>
            <ac:spMk id="3" creationId="{8C5009CA-0201-024A-5937-236E8A8F1BC9}"/>
          </ac:spMkLst>
        </pc:spChg>
        <pc:graphicFrameChg chg="mod modGraphic">
          <ac:chgData name="Martins, Lauren M." userId="S::martinl7@my.erau.edu::e6f1a391-4b08-4a3a-9181-5954156f1a8f" providerId="AD" clId="Web-{38CD350F-64BA-ECF1-AE1E-7B9C8C93F0F6}" dt="2026-01-27T04:38:17.841" v="254" actId="1076"/>
          <ac:graphicFrameMkLst>
            <pc:docMk/>
            <pc:sldMk cId="2151655468" sldId="261"/>
            <ac:graphicFrameMk id="4" creationId="{C25A2D7E-0BA1-8D6C-125F-12A0177A6745}"/>
          </ac:graphicFrameMkLst>
        </pc:graphicFrameChg>
      </pc:sldChg>
      <pc:sldChg chg="modSp">
        <pc:chgData name="Martins, Lauren M." userId="S::martinl7@my.erau.edu::e6f1a391-4b08-4a3a-9181-5954156f1a8f" providerId="AD" clId="Web-{38CD350F-64BA-ECF1-AE1E-7B9C8C93F0F6}" dt="2026-01-27T05:42:56.405" v="516"/>
        <pc:sldMkLst>
          <pc:docMk/>
          <pc:sldMk cId="3924696890" sldId="262"/>
        </pc:sldMkLst>
        <pc:graphicFrameChg chg="mod modGraphic">
          <ac:chgData name="Martins, Lauren M." userId="S::martinl7@my.erau.edu::e6f1a391-4b08-4a3a-9181-5954156f1a8f" providerId="AD" clId="Web-{38CD350F-64BA-ECF1-AE1E-7B9C8C93F0F6}" dt="2026-01-27T05:42:53.248" v="514"/>
          <ac:graphicFrameMkLst>
            <pc:docMk/>
            <pc:sldMk cId="3924696890" sldId="262"/>
            <ac:graphicFrameMk id="4" creationId="{22CFD5AB-FCCA-AA2B-BF02-B77EEA89D723}"/>
          </ac:graphicFrameMkLst>
        </pc:graphicFrameChg>
        <pc:graphicFrameChg chg="mod modGraphic">
          <ac:chgData name="Martins, Lauren M." userId="S::martinl7@my.erau.edu::e6f1a391-4b08-4a3a-9181-5954156f1a8f" providerId="AD" clId="Web-{38CD350F-64BA-ECF1-AE1E-7B9C8C93F0F6}" dt="2026-01-27T05:42:56.405" v="516"/>
          <ac:graphicFrameMkLst>
            <pc:docMk/>
            <pc:sldMk cId="3924696890" sldId="262"/>
            <ac:graphicFrameMk id="5" creationId="{8E24CFD4-2B3D-C648-2C36-4A9CF14617B0}"/>
          </ac:graphicFrameMkLst>
        </pc:graphicFrameChg>
      </pc:sldChg>
      <pc:sldChg chg="modSp">
        <pc:chgData name="Martins, Lauren M." userId="S::martinl7@my.erau.edu::e6f1a391-4b08-4a3a-9181-5954156f1a8f" providerId="AD" clId="Web-{38CD350F-64BA-ECF1-AE1E-7B9C8C93F0F6}" dt="2026-01-27T04:32:22.287" v="244" actId="20577"/>
        <pc:sldMkLst>
          <pc:docMk/>
          <pc:sldMk cId="1892407732" sldId="263"/>
        </pc:sldMkLst>
        <pc:spChg chg="mod">
          <ac:chgData name="Martins, Lauren M." userId="S::martinl7@my.erau.edu::e6f1a391-4b08-4a3a-9181-5954156f1a8f" providerId="AD" clId="Web-{38CD350F-64BA-ECF1-AE1E-7B9C8C93F0F6}" dt="2026-01-27T04:31:31.220" v="207" actId="20577"/>
          <ac:spMkLst>
            <pc:docMk/>
            <pc:sldMk cId="1892407732" sldId="263"/>
            <ac:spMk id="2" creationId="{8D7F2688-8178-890D-6810-3512E6621D7D}"/>
          </ac:spMkLst>
        </pc:spChg>
        <pc:spChg chg="mod">
          <ac:chgData name="Martins, Lauren M." userId="S::martinl7@my.erau.edu::e6f1a391-4b08-4a3a-9181-5954156f1a8f" providerId="AD" clId="Web-{38CD350F-64BA-ECF1-AE1E-7B9C8C93F0F6}" dt="2026-01-27T04:32:22.287" v="244" actId="20577"/>
          <ac:spMkLst>
            <pc:docMk/>
            <pc:sldMk cId="1892407732" sldId="263"/>
            <ac:spMk id="3" creationId="{73779228-D289-9E6E-A687-7A06D64D7C94}"/>
          </ac:spMkLst>
        </pc:spChg>
      </pc:sldChg>
      <pc:sldChg chg="del">
        <pc:chgData name="Martins, Lauren M." userId="S::martinl7@my.erau.edu::e6f1a391-4b08-4a3a-9181-5954156f1a8f" providerId="AD" clId="Web-{38CD350F-64BA-ECF1-AE1E-7B9C8C93F0F6}" dt="2026-01-27T04:30:30.525" v="174"/>
        <pc:sldMkLst>
          <pc:docMk/>
          <pc:sldMk cId="3430906776" sldId="265"/>
        </pc:sldMkLst>
      </pc:sldChg>
      <pc:sldChg chg="del">
        <pc:chgData name="Martins, Lauren M." userId="S::martinl7@my.erau.edu::e6f1a391-4b08-4a3a-9181-5954156f1a8f" providerId="AD" clId="Web-{38CD350F-64BA-ECF1-AE1E-7B9C8C93F0F6}" dt="2026-01-27T04:30:29.197" v="173"/>
        <pc:sldMkLst>
          <pc:docMk/>
          <pc:sldMk cId="49127121" sldId="266"/>
        </pc:sldMkLst>
      </pc:sldChg>
      <pc:sldChg chg="modSp del">
        <pc:chgData name="Martins, Lauren M." userId="S::martinl7@my.erau.edu::e6f1a391-4b08-4a3a-9181-5954156f1a8f" providerId="AD" clId="Web-{38CD350F-64BA-ECF1-AE1E-7B9C8C93F0F6}" dt="2026-01-27T04:30:26.900" v="172"/>
        <pc:sldMkLst>
          <pc:docMk/>
          <pc:sldMk cId="3042513216" sldId="267"/>
        </pc:sldMkLst>
        <pc:spChg chg="mod">
          <ac:chgData name="Martins, Lauren M." userId="S::martinl7@my.erau.edu::e6f1a391-4b08-4a3a-9181-5954156f1a8f" providerId="AD" clId="Web-{38CD350F-64BA-ECF1-AE1E-7B9C8C93F0F6}" dt="2026-01-27T04:29:40.909" v="114" actId="20577"/>
          <ac:spMkLst>
            <pc:docMk/>
            <pc:sldMk cId="3042513216" sldId="267"/>
            <ac:spMk id="2" creationId="{1460A58A-1536-60E1-637B-16A1854DF99D}"/>
          </ac:spMkLst>
        </pc:spChg>
        <pc:spChg chg="mod">
          <ac:chgData name="Martins, Lauren M." userId="S::martinl7@my.erau.edu::e6f1a391-4b08-4a3a-9181-5954156f1a8f" providerId="AD" clId="Web-{38CD350F-64BA-ECF1-AE1E-7B9C8C93F0F6}" dt="2026-01-27T04:29:54.973" v="138" actId="20577"/>
          <ac:spMkLst>
            <pc:docMk/>
            <pc:sldMk cId="3042513216" sldId="267"/>
            <ac:spMk id="3" creationId="{91D8BED0-8E30-BA9B-9A32-D301819FCD21}"/>
          </ac:spMkLst>
        </pc:spChg>
      </pc:sldChg>
      <pc:sldChg chg="del">
        <pc:chgData name="Martins, Lauren M." userId="S::martinl7@my.erau.edu::e6f1a391-4b08-4a3a-9181-5954156f1a8f" providerId="AD" clId="Web-{38CD350F-64BA-ECF1-AE1E-7B9C8C93F0F6}" dt="2026-01-27T04:31:27.344" v="206"/>
        <pc:sldMkLst>
          <pc:docMk/>
          <pc:sldMk cId="3156317162" sldId="268"/>
        </pc:sldMkLst>
      </pc:sldChg>
      <pc:sldChg chg="modSp">
        <pc:chgData name="Martins, Lauren M." userId="S::martinl7@my.erau.edu::e6f1a391-4b08-4a3a-9181-5954156f1a8f" providerId="AD" clId="Web-{38CD350F-64BA-ECF1-AE1E-7B9C8C93F0F6}" dt="2026-01-27T05:46:58.524" v="830" actId="20577"/>
        <pc:sldMkLst>
          <pc:docMk/>
          <pc:sldMk cId="352648154" sldId="272"/>
        </pc:sldMkLst>
        <pc:spChg chg="mod">
          <ac:chgData name="Martins, Lauren M." userId="S::martinl7@my.erau.edu::e6f1a391-4b08-4a3a-9181-5954156f1a8f" providerId="AD" clId="Web-{38CD350F-64BA-ECF1-AE1E-7B9C8C93F0F6}" dt="2026-01-27T05:46:58.524" v="830" actId="20577"/>
          <ac:spMkLst>
            <pc:docMk/>
            <pc:sldMk cId="352648154" sldId="272"/>
            <ac:spMk id="3" creationId="{8EF63AFE-67FA-D613-36E3-F8FDDA0BB387}"/>
          </ac:spMkLst>
        </pc:spChg>
      </pc:sldChg>
      <pc:sldChg chg="modSp new del">
        <pc:chgData name="Martins, Lauren M." userId="S::martinl7@my.erau.edu::e6f1a391-4b08-4a3a-9181-5954156f1a8f" providerId="AD" clId="Web-{38CD350F-64BA-ECF1-AE1E-7B9C8C93F0F6}" dt="2026-01-27T04:30:25.306" v="171"/>
        <pc:sldMkLst>
          <pc:docMk/>
          <pc:sldMk cId="2549293432" sldId="274"/>
        </pc:sldMkLst>
        <pc:spChg chg="mod">
          <ac:chgData name="Martins, Lauren M." userId="S::martinl7@my.erau.edu::e6f1a391-4b08-4a3a-9181-5954156f1a8f" providerId="AD" clId="Web-{38CD350F-64BA-ECF1-AE1E-7B9C8C93F0F6}" dt="2026-01-27T04:30:01.990" v="144" actId="20577"/>
          <ac:spMkLst>
            <pc:docMk/>
            <pc:sldMk cId="2549293432" sldId="274"/>
            <ac:spMk id="2" creationId="{DF20D198-8991-AA82-69B4-F5AB4E44F614}"/>
          </ac:spMkLst>
        </pc:spChg>
      </pc:sldChg>
      <pc:sldChg chg="addSp delSp modSp new del">
        <pc:chgData name="Martins, Lauren M." userId="S::martinl7@my.erau.edu::e6f1a391-4b08-4a3a-9181-5954156f1a8f" providerId="AD" clId="Web-{38CD350F-64BA-ECF1-AE1E-7B9C8C93F0F6}" dt="2026-01-27T05:44:24.800" v="600"/>
        <pc:sldMkLst>
          <pc:docMk/>
          <pc:sldMk cId="1443835088" sldId="275"/>
        </pc:sldMkLst>
        <pc:spChg chg="del mod">
          <ac:chgData name="Martins, Lauren M." userId="S::martinl7@my.erau.edu::e6f1a391-4b08-4a3a-9181-5954156f1a8f" providerId="AD" clId="Web-{38CD350F-64BA-ECF1-AE1E-7B9C8C93F0F6}" dt="2026-01-27T05:43:21.719" v="519"/>
          <ac:spMkLst>
            <pc:docMk/>
            <pc:sldMk cId="1443835088" sldId="275"/>
            <ac:spMk id="2" creationId="{772E10F1-9664-49C0-E74A-4221D9E330BB}"/>
          </ac:spMkLst>
        </pc:spChg>
        <pc:spChg chg="mod">
          <ac:chgData name="Martins, Lauren M." userId="S::martinl7@my.erau.edu::e6f1a391-4b08-4a3a-9181-5954156f1a8f" providerId="AD" clId="Web-{38CD350F-64BA-ECF1-AE1E-7B9C8C93F0F6}" dt="2026-01-27T04:30:20.899" v="167" actId="20577"/>
          <ac:spMkLst>
            <pc:docMk/>
            <pc:sldMk cId="1443835088" sldId="275"/>
            <ac:spMk id="3" creationId="{C962A016-DBB5-FB3A-579B-98D058065217}"/>
          </ac:spMkLst>
        </pc:spChg>
        <pc:spChg chg="mod">
          <ac:chgData name="Martins, Lauren M." userId="S::martinl7@my.erau.edu::e6f1a391-4b08-4a3a-9181-5954156f1a8f" providerId="AD" clId="Web-{38CD350F-64BA-ECF1-AE1E-7B9C8C93F0F6}" dt="2026-01-27T04:30:14.523" v="164" actId="20577"/>
          <ac:spMkLst>
            <pc:docMk/>
            <pc:sldMk cId="1443835088" sldId="275"/>
            <ac:spMk id="4" creationId="{F0F6B30E-457F-6D70-DAEF-99F7ABEE02F2}"/>
          </ac:spMkLst>
        </pc:spChg>
        <pc:spChg chg="mod">
          <ac:chgData name="Martins, Lauren M." userId="S::martinl7@my.erau.edu::e6f1a391-4b08-4a3a-9181-5954156f1a8f" providerId="AD" clId="Web-{38CD350F-64BA-ECF1-AE1E-7B9C8C93F0F6}" dt="2026-01-27T04:30:22.790" v="170" actId="20577"/>
          <ac:spMkLst>
            <pc:docMk/>
            <pc:sldMk cId="1443835088" sldId="275"/>
            <ac:spMk id="5" creationId="{F2E22361-9468-83DC-2F9E-9AF93F1BF3CF}"/>
          </ac:spMkLst>
        </pc:spChg>
        <pc:spChg chg="mod">
          <ac:chgData name="Martins, Lauren M." userId="S::martinl7@my.erau.edu::e6f1a391-4b08-4a3a-9181-5954156f1a8f" providerId="AD" clId="Web-{38CD350F-64BA-ECF1-AE1E-7B9C8C93F0F6}" dt="2026-01-27T04:30:09.710" v="153" actId="20577"/>
          <ac:spMkLst>
            <pc:docMk/>
            <pc:sldMk cId="1443835088" sldId="275"/>
            <ac:spMk id="6" creationId="{9E093AC9-921F-1274-5A0C-5A6960289344}"/>
          </ac:spMkLst>
        </pc:spChg>
        <pc:spChg chg="add mod">
          <ac:chgData name="Martins, Lauren M." userId="S::martinl7@my.erau.edu::e6f1a391-4b08-4a3a-9181-5954156f1a8f" providerId="AD" clId="Web-{38CD350F-64BA-ECF1-AE1E-7B9C8C93F0F6}" dt="2026-01-27T05:43:21.719" v="519"/>
          <ac:spMkLst>
            <pc:docMk/>
            <pc:sldMk cId="1443835088" sldId="275"/>
            <ac:spMk id="8" creationId="{D8FA8F76-3C7A-A4A3-9C10-1D80882DA2F7}"/>
          </ac:spMkLst>
        </pc:spChg>
      </pc:sldChg>
      <pc:sldChg chg="modSp">
        <pc:chgData name="Martins, Lauren M." userId="S::martinl7@my.erau.edu::e6f1a391-4b08-4a3a-9181-5954156f1a8f" providerId="AD" clId="Web-{38CD350F-64BA-ECF1-AE1E-7B9C8C93F0F6}" dt="2026-01-27T05:42:33.622" v="260" actId="14100"/>
        <pc:sldMkLst>
          <pc:docMk/>
          <pc:sldMk cId="1136022298" sldId="276"/>
        </pc:sldMkLst>
        <pc:picChg chg="mod">
          <ac:chgData name="Martins, Lauren M." userId="S::martinl7@my.erau.edu::e6f1a391-4b08-4a3a-9181-5954156f1a8f" providerId="AD" clId="Web-{38CD350F-64BA-ECF1-AE1E-7B9C8C93F0F6}" dt="2026-01-27T05:42:33.622" v="260" actId="14100"/>
          <ac:picMkLst>
            <pc:docMk/>
            <pc:sldMk cId="1136022298" sldId="276"/>
            <ac:picMk id="4098" creationId="{EB44D517-DDBF-0AD6-1E54-B791A0CBEC3B}"/>
          </ac:picMkLst>
        </pc:picChg>
      </pc:sldChg>
      <pc:sldChg chg="addSp modSp new">
        <pc:chgData name="Martins, Lauren M." userId="S::martinl7@my.erau.edu::e6f1a391-4b08-4a3a-9181-5954156f1a8f" providerId="AD" clId="Web-{38CD350F-64BA-ECF1-AE1E-7B9C8C93F0F6}" dt="2026-01-27T05:46:52.414" v="828" actId="20577"/>
        <pc:sldMkLst>
          <pc:docMk/>
          <pc:sldMk cId="3965987845" sldId="277"/>
        </pc:sldMkLst>
        <pc:spChg chg="mod">
          <ac:chgData name="Martins, Lauren M." userId="S::martinl7@my.erau.edu::e6f1a391-4b08-4a3a-9181-5954156f1a8f" providerId="AD" clId="Web-{38CD350F-64BA-ECF1-AE1E-7B9C8C93F0F6}" dt="2026-01-27T05:43:29.469" v="527" actId="20577"/>
          <ac:spMkLst>
            <pc:docMk/>
            <pc:sldMk cId="3965987845" sldId="277"/>
            <ac:spMk id="2" creationId="{83E17B62-A691-E778-431F-3B3AEFB8D6E6}"/>
          </ac:spMkLst>
        </pc:spChg>
        <pc:spChg chg="mod">
          <ac:chgData name="Martins, Lauren M." userId="S::martinl7@my.erau.edu::e6f1a391-4b08-4a3a-9181-5954156f1a8f" providerId="AD" clId="Web-{38CD350F-64BA-ECF1-AE1E-7B9C8C93F0F6}" dt="2026-01-27T05:45:49.084" v="741" actId="20577"/>
          <ac:spMkLst>
            <pc:docMk/>
            <pc:sldMk cId="3965987845" sldId="277"/>
            <ac:spMk id="3" creationId="{F49EE3B2-875D-8448-CFE7-46A53F15DB83}"/>
          </ac:spMkLst>
        </pc:spChg>
        <pc:spChg chg="add mod">
          <ac:chgData name="Martins, Lauren M." userId="S::martinl7@my.erau.edu::e6f1a391-4b08-4a3a-9181-5954156f1a8f" providerId="AD" clId="Web-{38CD350F-64BA-ECF1-AE1E-7B9C8C93F0F6}" dt="2026-01-27T05:46:52.414" v="828" actId="20577"/>
          <ac:spMkLst>
            <pc:docMk/>
            <pc:sldMk cId="3965987845" sldId="277"/>
            <ac:spMk id="5" creationId="{A10F8B1D-E48D-1711-90B4-E96DD401EB13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https://myerauedu-my.sharepoint.com/personal/martinl7_my_erau_edu/Documents/AE%20435%20Project/DesignTools-6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ysClr val="windowText" lastClr="000000"/>
                </a:solidFill>
              </a:rPr>
              <a:t>(T</a:t>
            </a:r>
            <a:r>
              <a:rPr lang="en-US" baseline="-25000">
                <a:solidFill>
                  <a:sysClr val="windowText" lastClr="000000"/>
                </a:solidFill>
              </a:rPr>
              <a:t>SLS</a:t>
            </a:r>
            <a:r>
              <a:rPr lang="en-US" baseline="0">
                <a:solidFill>
                  <a:sysClr val="windowText" lastClr="000000"/>
                </a:solidFill>
              </a:rPr>
              <a:t>/W</a:t>
            </a:r>
            <a:r>
              <a:rPr lang="en-US" baseline="-25000">
                <a:solidFill>
                  <a:sysClr val="windowText" lastClr="000000"/>
                </a:solidFill>
              </a:rPr>
              <a:t>TO</a:t>
            </a:r>
            <a:r>
              <a:rPr lang="en-US" baseline="0">
                <a:solidFill>
                  <a:sysClr val="windowText" lastClr="000000"/>
                </a:solidFill>
              </a:rPr>
              <a:t>)  vs </a:t>
            </a:r>
            <a:r>
              <a:rPr lang="en-US" sz="1400" b="0" i="0" u="none" strike="noStrike" kern="1200" spc="0" baseline="0">
                <a:solidFill>
                  <a:sysClr val="windowText" lastClr="000000"/>
                </a:solidFill>
              </a:rPr>
              <a:t>(W</a:t>
            </a:r>
            <a:r>
              <a:rPr lang="en-US" sz="1400" b="0" i="0" u="none" strike="noStrike" kern="1200" spc="0" baseline="-25000">
                <a:solidFill>
                  <a:sysClr val="windowText" lastClr="000000"/>
                </a:solidFill>
              </a:rPr>
              <a:t>TO</a:t>
            </a:r>
            <a:r>
              <a:rPr lang="en-US" sz="1400" b="0" i="0" u="none" strike="noStrike" kern="1200" spc="0" baseline="0">
                <a:solidFill>
                  <a:sysClr val="windowText" lastClr="000000"/>
                </a:solidFill>
              </a:rPr>
              <a:t>/S</a:t>
            </a:r>
            <a:r>
              <a:rPr lang="en-US" sz="1400" b="0" i="0" u="none" strike="noStrike" kern="1200" spc="0" baseline="-25000">
                <a:solidFill>
                  <a:sysClr val="windowText" lastClr="000000"/>
                </a:solidFill>
              </a:rPr>
              <a:t>ref</a:t>
            </a:r>
            <a:r>
              <a:rPr lang="en-US" sz="1400" b="0" i="0" u="none" strike="noStrike" kern="1200" spc="0" baseline="0">
                <a:solidFill>
                  <a:sysClr val="windowText" lastClr="0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43491940050703537"/>
          <c:y val="3.555567867260601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4.7665558980699921E-2"/>
          <c:y val="0.11177658129024719"/>
          <c:w val="0.85901399670720191"/>
          <c:h val="0.73675014678330053"/>
        </c:manualLayout>
      </c:layout>
      <c:scatterChart>
        <c:scatterStyle val="smoothMarker"/>
        <c:varyColors val="0"/>
        <c:ser>
          <c:idx val="0"/>
          <c:order val="0"/>
          <c:tx>
            <c:v>Maneuver</c:v>
          </c:tx>
          <c:marker>
            <c:symbol val="none"/>
          </c:marker>
          <c:xVal>
            <c:numRef>
              <c:f>'FLIGHTPERF Maneuver'!$B$15:$B$35</c:f>
              <c:numCache>
                <c:formatCode>General</c:formatCode>
                <c:ptCount val="21"/>
                <c:pt idx="0">
                  <c:v>20</c:v>
                </c:pt>
                <c:pt idx="1">
                  <c:v>25</c:v>
                </c:pt>
                <c:pt idx="2">
                  <c:v>30</c:v>
                </c:pt>
                <c:pt idx="3">
                  <c:v>35</c:v>
                </c:pt>
                <c:pt idx="4">
                  <c:v>40</c:v>
                </c:pt>
                <c:pt idx="5">
                  <c:v>45</c:v>
                </c:pt>
                <c:pt idx="6">
                  <c:v>50</c:v>
                </c:pt>
                <c:pt idx="7">
                  <c:v>55</c:v>
                </c:pt>
                <c:pt idx="8">
                  <c:v>60</c:v>
                </c:pt>
                <c:pt idx="9">
                  <c:v>65</c:v>
                </c:pt>
                <c:pt idx="10">
                  <c:v>70</c:v>
                </c:pt>
                <c:pt idx="11">
                  <c:v>75</c:v>
                </c:pt>
                <c:pt idx="12">
                  <c:v>80</c:v>
                </c:pt>
                <c:pt idx="13">
                  <c:v>85</c:v>
                </c:pt>
                <c:pt idx="14">
                  <c:v>90</c:v>
                </c:pt>
                <c:pt idx="15">
                  <c:v>95</c:v>
                </c:pt>
                <c:pt idx="16">
                  <c:v>100</c:v>
                </c:pt>
                <c:pt idx="17">
                  <c:v>105</c:v>
                </c:pt>
                <c:pt idx="18">
                  <c:v>110</c:v>
                </c:pt>
                <c:pt idx="19">
                  <c:v>115</c:v>
                </c:pt>
                <c:pt idx="20">
                  <c:v>120</c:v>
                </c:pt>
              </c:numCache>
            </c:numRef>
          </c:xVal>
          <c:yVal>
            <c:numRef>
              <c:f>'FLIGHTPERF Maneuver'!$F$15:$F$35</c:f>
              <c:numCache>
                <c:formatCode>General</c:formatCode>
                <c:ptCount val="21"/>
                <c:pt idx="0">
                  <c:v>0.30620134720032627</c:v>
                </c:pt>
                <c:pt idx="1">
                  <c:v>0.28441280855359269</c:v>
                </c:pt>
                <c:pt idx="2">
                  <c:v>0.27719299219527604</c:v>
                </c:pt>
                <c:pt idx="3">
                  <c:v>0.27829816000176927</c:v>
                </c:pt>
                <c:pt idx="4">
                  <c:v>0.28460644291126863</c:v>
                </c:pt>
                <c:pt idx="5">
                  <c:v>0.29438346922277198</c:v>
                </c:pt>
                <c:pt idx="6">
                  <c:v>0.30658861591567821</c:v>
                </c:pt>
                <c:pt idx="7">
                  <c:v>0.32055966834051369</c:v>
                </c:pt>
                <c:pt idx="8">
                  <c:v>0.33585515006429628</c:v>
                </c:pt>
                <c:pt idx="9">
                  <c:v>0.35216942355649961</c:v>
                </c:pt>
                <c:pt idx="10">
                  <c:v>0.36928417629531929</c:v>
                </c:pt>
                <c:pt idx="11">
                  <c:v>0.38703931243143197</c:v>
                </c:pt>
                <c:pt idx="12">
                  <c:v>0.40531476007784534</c:v>
                </c:pt>
                <c:pt idx="13">
                  <c:v>0.42401869955627086</c:v>
                </c:pt>
                <c:pt idx="14">
                  <c:v>0.44307971556137343</c:v>
                </c:pt>
                <c:pt idx="15">
                  <c:v>0.46244142758894075</c:v>
                </c:pt>
                <c:pt idx="16">
                  <c:v>0.48205873123560294</c:v>
                </c:pt>
                <c:pt idx="17">
                  <c:v>0.50189511341291804</c:v>
                </c:pt>
                <c:pt idx="18">
                  <c:v>0.52192069977579691</c:v>
                </c:pt>
                <c:pt idx="19">
                  <c:v>0.54211081151742735</c:v>
                </c:pt>
                <c:pt idx="20">
                  <c:v>0.56244488296546458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A41-4881-AE27-90C549BF7198}"/>
            </c:ext>
          </c:extLst>
        </c:ser>
        <c:ser>
          <c:idx val="2"/>
          <c:order val="1"/>
          <c:tx>
            <c:v>Landing</c:v>
          </c:tx>
          <c:marker>
            <c:symbol val="none"/>
          </c:marker>
          <c:xVal>
            <c:numRef>
              <c:f>TOLDG!$K$21:$K$23</c:f>
              <c:numCache>
                <c:formatCode>0.00</c:formatCode>
                <c:ptCount val="3"/>
                <c:pt idx="0">
                  <c:v>77.855264391193927</c:v>
                </c:pt>
                <c:pt idx="1">
                  <c:v>77.855264391193927</c:v>
                </c:pt>
                <c:pt idx="2">
                  <c:v>77.855264391193927</c:v>
                </c:pt>
              </c:numCache>
            </c:numRef>
          </c:xVal>
          <c:yVal>
            <c:numRef>
              <c:f>TOLDG!$L$21:$L$23</c:f>
              <c:numCache>
                <c:formatCode>0.000</c:formatCode>
                <c:ptCount val="3"/>
                <c:pt idx="0" formatCode="General">
                  <c:v>0</c:v>
                </c:pt>
                <c:pt idx="1">
                  <c:v>0.48408920917585579</c:v>
                </c:pt>
                <c:pt idx="2" formatCode="General">
                  <c:v>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9A41-4881-AE27-90C549BF7198}"/>
            </c:ext>
          </c:extLst>
        </c:ser>
        <c:ser>
          <c:idx val="3"/>
          <c:order val="2"/>
          <c:tx>
            <c:strRef>
              <c:f>{"Takeoff"}</c:f>
              <c:strCache>
                <c:ptCount val="1"/>
                <c:pt idx="0">
                  <c:v>Takeoff</c:v>
                </c:pt>
              </c:strCache>
            </c:strRef>
          </c:tx>
          <c:marker>
            <c:symbol val="none"/>
          </c:marker>
          <c:xVal>
            <c:numRef>
              <c:f>TOLDG!$F$29:$F$49</c:f>
              <c:numCache>
                <c:formatCode>General</c:formatCode>
                <c:ptCount val="21"/>
                <c:pt idx="0">
                  <c:v>20</c:v>
                </c:pt>
                <c:pt idx="1">
                  <c:v>25</c:v>
                </c:pt>
                <c:pt idx="2">
                  <c:v>30</c:v>
                </c:pt>
                <c:pt idx="3">
                  <c:v>35</c:v>
                </c:pt>
                <c:pt idx="4">
                  <c:v>40</c:v>
                </c:pt>
                <c:pt idx="5">
                  <c:v>45</c:v>
                </c:pt>
                <c:pt idx="6">
                  <c:v>50</c:v>
                </c:pt>
                <c:pt idx="7">
                  <c:v>55</c:v>
                </c:pt>
                <c:pt idx="8">
                  <c:v>60</c:v>
                </c:pt>
                <c:pt idx="9">
                  <c:v>65</c:v>
                </c:pt>
                <c:pt idx="10">
                  <c:v>70</c:v>
                </c:pt>
                <c:pt idx="11">
                  <c:v>75</c:v>
                </c:pt>
                <c:pt idx="12">
                  <c:v>80</c:v>
                </c:pt>
                <c:pt idx="13">
                  <c:v>85</c:v>
                </c:pt>
                <c:pt idx="14">
                  <c:v>90</c:v>
                </c:pt>
                <c:pt idx="15">
                  <c:v>95</c:v>
                </c:pt>
                <c:pt idx="16">
                  <c:v>100</c:v>
                </c:pt>
                <c:pt idx="17">
                  <c:v>105</c:v>
                </c:pt>
                <c:pt idx="18">
                  <c:v>110</c:v>
                </c:pt>
                <c:pt idx="19">
                  <c:v>115</c:v>
                </c:pt>
                <c:pt idx="20">
                  <c:v>120</c:v>
                </c:pt>
              </c:numCache>
            </c:numRef>
          </c:xVal>
          <c:yVal>
            <c:numRef>
              <c:f>TOLDG!$H$29:$H$49</c:f>
              <c:numCache>
                <c:formatCode>0.000</c:formatCode>
                <c:ptCount val="21"/>
                <c:pt idx="0">
                  <c:v>0.12435619170040613</c:v>
                </c:pt>
                <c:pt idx="1">
                  <c:v>0.15544523962550766</c:v>
                </c:pt>
                <c:pt idx="2">
                  <c:v>0.18653428755060919</c:v>
                </c:pt>
                <c:pt idx="3">
                  <c:v>0.21762333547571075</c:v>
                </c:pt>
                <c:pt idx="4">
                  <c:v>0.24871238340081225</c:v>
                </c:pt>
                <c:pt idx="5">
                  <c:v>0.27980143132591384</c:v>
                </c:pt>
                <c:pt idx="6">
                  <c:v>0.31089047925101532</c:v>
                </c:pt>
                <c:pt idx="7">
                  <c:v>0.34197952717611685</c:v>
                </c:pt>
                <c:pt idx="8">
                  <c:v>0.37306857510121838</c:v>
                </c:pt>
                <c:pt idx="9">
                  <c:v>0.40415762302632002</c:v>
                </c:pt>
                <c:pt idx="10">
                  <c:v>0.4352466709514215</c:v>
                </c:pt>
                <c:pt idx="11">
                  <c:v>0.46633571887652303</c:v>
                </c:pt>
                <c:pt idx="12">
                  <c:v>0.49742476680162451</c:v>
                </c:pt>
                <c:pt idx="13">
                  <c:v>0.52851381472672609</c:v>
                </c:pt>
                <c:pt idx="14">
                  <c:v>0.55960286265182768</c:v>
                </c:pt>
                <c:pt idx="15">
                  <c:v>0.59069191057692916</c:v>
                </c:pt>
                <c:pt idx="16">
                  <c:v>0.62178095850203063</c:v>
                </c:pt>
                <c:pt idx="17">
                  <c:v>0.65287000642713211</c:v>
                </c:pt>
                <c:pt idx="18">
                  <c:v>0.6839590543522337</c:v>
                </c:pt>
                <c:pt idx="19">
                  <c:v>0.71504810227733528</c:v>
                </c:pt>
                <c:pt idx="20">
                  <c:v>0.74613715020243676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9A41-4881-AE27-90C549BF7198}"/>
            </c:ext>
          </c:extLst>
        </c:ser>
        <c:ser>
          <c:idx val="4"/>
          <c:order val="3"/>
          <c:tx>
            <c:v>Cruise</c:v>
          </c:tx>
          <c:marker>
            <c:symbol val="none"/>
          </c:marker>
          <c:xVal>
            <c:numRef>
              <c:f>'FLIGHTPERF Cruise'!$B$15:$B$35</c:f>
              <c:numCache>
                <c:formatCode>General</c:formatCode>
                <c:ptCount val="21"/>
                <c:pt idx="0">
                  <c:v>20</c:v>
                </c:pt>
                <c:pt idx="1">
                  <c:v>25</c:v>
                </c:pt>
                <c:pt idx="2">
                  <c:v>30</c:v>
                </c:pt>
                <c:pt idx="3">
                  <c:v>35</c:v>
                </c:pt>
                <c:pt idx="4">
                  <c:v>40</c:v>
                </c:pt>
                <c:pt idx="5">
                  <c:v>45</c:v>
                </c:pt>
                <c:pt idx="6">
                  <c:v>50</c:v>
                </c:pt>
                <c:pt idx="7">
                  <c:v>55</c:v>
                </c:pt>
                <c:pt idx="8">
                  <c:v>60</c:v>
                </c:pt>
                <c:pt idx="9">
                  <c:v>65</c:v>
                </c:pt>
                <c:pt idx="10">
                  <c:v>70</c:v>
                </c:pt>
                <c:pt idx="11">
                  <c:v>75</c:v>
                </c:pt>
                <c:pt idx="12">
                  <c:v>80</c:v>
                </c:pt>
                <c:pt idx="13">
                  <c:v>85</c:v>
                </c:pt>
                <c:pt idx="14">
                  <c:v>90</c:v>
                </c:pt>
                <c:pt idx="15">
                  <c:v>95</c:v>
                </c:pt>
                <c:pt idx="16">
                  <c:v>100</c:v>
                </c:pt>
                <c:pt idx="17">
                  <c:v>105</c:v>
                </c:pt>
                <c:pt idx="18">
                  <c:v>110</c:v>
                </c:pt>
                <c:pt idx="19">
                  <c:v>115</c:v>
                </c:pt>
                <c:pt idx="20">
                  <c:v>120</c:v>
                </c:pt>
              </c:numCache>
            </c:numRef>
          </c:xVal>
          <c:yVal>
            <c:numRef>
              <c:f>'FLIGHTPERF Cruise'!$F$15:$F$35</c:f>
              <c:numCache>
                <c:formatCode>General</c:formatCode>
                <c:ptCount val="21"/>
                <c:pt idx="0">
                  <c:v>0.36527562254321277</c:v>
                </c:pt>
                <c:pt idx="1">
                  <c:v>0.31425388603764609</c:v>
                </c:pt>
                <c:pt idx="2">
                  <c:v>0.28431965207154158</c:v>
                </c:pt>
                <c:pt idx="3">
                  <c:v>0.26643541955655842</c:v>
                </c:pt>
                <c:pt idx="4">
                  <c:v>0.25608243794852603</c:v>
                </c:pt>
                <c:pt idx="5">
                  <c:v>0.25075029027846085</c:v>
                </c:pt>
                <c:pt idx="6">
                  <c:v>0.24893272636497268</c:v>
                </c:pt>
                <c:pt idx="7">
                  <c:v>0.24967122336535866</c:v>
                </c:pt>
                <c:pt idx="8">
                  <c:v>0.25232676605115029</c:v>
                </c:pt>
                <c:pt idx="9">
                  <c:v>0.25645695926417711</c:v>
                </c:pt>
                <c:pt idx="10">
                  <c:v>0.26174580646288859</c:v>
                </c:pt>
                <c:pt idx="11">
                  <c:v>0.26796157685014793</c:v>
                </c:pt>
                <c:pt idx="12">
                  <c:v>0.27493047232810236</c:v>
                </c:pt>
                <c:pt idx="13">
                  <c:v>0.28251958846898212</c:v>
                </c:pt>
                <c:pt idx="14">
                  <c:v>0.29062555516229971</c:v>
                </c:pt>
                <c:pt idx="15">
                  <c:v>0.29916676442609119</c:v>
                </c:pt>
                <c:pt idx="16">
                  <c:v>0.30807792987478561</c:v>
                </c:pt>
                <c:pt idx="17">
                  <c:v>0.31730620062482512</c:v>
                </c:pt>
                <c:pt idx="18">
                  <c:v>0.32680833504420842</c:v>
                </c:pt>
                <c:pt idx="19">
                  <c:v>0.33654861178476025</c:v>
                </c:pt>
                <c:pt idx="20">
                  <c:v>0.3464972630563341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9A41-4881-AE27-90C549BF7198}"/>
            </c:ext>
          </c:extLst>
        </c:ser>
        <c:ser>
          <c:idx val="5"/>
          <c:order val="4"/>
          <c:tx>
            <c:v>Climb</c:v>
          </c:tx>
          <c:marker>
            <c:symbol val="none"/>
          </c:marker>
          <c:xVal>
            <c:numRef>
              <c:f>'FLIGHTPERF Climb'!$B$15:$B$35</c:f>
              <c:numCache>
                <c:formatCode>General</c:formatCode>
                <c:ptCount val="21"/>
                <c:pt idx="0">
                  <c:v>20</c:v>
                </c:pt>
                <c:pt idx="1">
                  <c:v>25</c:v>
                </c:pt>
                <c:pt idx="2">
                  <c:v>30</c:v>
                </c:pt>
                <c:pt idx="3">
                  <c:v>35</c:v>
                </c:pt>
                <c:pt idx="4">
                  <c:v>40</c:v>
                </c:pt>
                <c:pt idx="5">
                  <c:v>45</c:v>
                </c:pt>
                <c:pt idx="6">
                  <c:v>50</c:v>
                </c:pt>
                <c:pt idx="7">
                  <c:v>55</c:v>
                </c:pt>
                <c:pt idx="8">
                  <c:v>60</c:v>
                </c:pt>
                <c:pt idx="9">
                  <c:v>65</c:v>
                </c:pt>
                <c:pt idx="10">
                  <c:v>70</c:v>
                </c:pt>
                <c:pt idx="11">
                  <c:v>75</c:v>
                </c:pt>
                <c:pt idx="12">
                  <c:v>80</c:v>
                </c:pt>
                <c:pt idx="13">
                  <c:v>85</c:v>
                </c:pt>
                <c:pt idx="14">
                  <c:v>90</c:v>
                </c:pt>
                <c:pt idx="15">
                  <c:v>95</c:v>
                </c:pt>
                <c:pt idx="16">
                  <c:v>100</c:v>
                </c:pt>
                <c:pt idx="17">
                  <c:v>105</c:v>
                </c:pt>
                <c:pt idx="18">
                  <c:v>110</c:v>
                </c:pt>
                <c:pt idx="19">
                  <c:v>115</c:v>
                </c:pt>
                <c:pt idx="20">
                  <c:v>120</c:v>
                </c:pt>
              </c:numCache>
              <c:extLst xmlns:c15="http://schemas.microsoft.com/office/drawing/2012/chart"/>
            </c:numRef>
          </c:xVal>
          <c:yVal>
            <c:numRef>
              <c:f>'FLIGHTPERF Climb'!$F$15:$F$35</c:f>
              <c:numCache>
                <c:formatCode>General</c:formatCode>
                <c:ptCount val="21"/>
                <c:pt idx="0">
                  <c:v>0.37428534359037297</c:v>
                </c:pt>
                <c:pt idx="1">
                  <c:v>0.36485258512241947</c:v>
                </c:pt>
                <c:pt idx="2">
                  <c:v>0.36113643016323427</c:v>
                </c:pt>
                <c:pt idx="3">
                  <c:v>0.36068690578048795</c:v>
                </c:pt>
                <c:pt idx="4">
                  <c:v>0.36227902550801611</c:v>
                </c:pt>
                <c:pt idx="5">
                  <c:v>0.36523224130906046</c:v>
                </c:pt>
                <c:pt idx="6">
                  <c:v>0.36913822436156618</c:v>
                </c:pt>
                <c:pt idx="7">
                  <c:v>0.37373712905149836</c:v>
                </c:pt>
                <c:pt idx="8">
                  <c:v>0.37885572496950048</c:v>
                </c:pt>
                <c:pt idx="9">
                  <c:v>0.38437408337063317</c:v>
                </c:pt>
                <c:pt idx="10">
                  <c:v>0.39020654086565421</c:v>
                </c:pt>
                <c:pt idx="11">
                  <c:v>0.39629027763578589</c:v>
                </c:pt>
                <c:pt idx="12">
                  <c:v>0.40257817881694513</c:v>
                </c:pt>
                <c:pt idx="13">
                  <c:v>0.40903421539542101</c:v>
                </c:pt>
                <c:pt idx="14">
                  <c:v>0.41563036480499421</c:v>
                </c:pt>
                <c:pt idx="15">
                  <c:v>0.42234450396707035</c:v>
                </c:pt>
                <c:pt idx="16">
                  <c:v>0.42915893441877401</c:v>
                </c:pt>
                <c:pt idx="17">
                  <c:v>0.43605932883301551</c:v>
                </c:pt>
                <c:pt idx="18">
                  <c:v>0.44303396485126695</c:v>
                </c:pt>
                <c:pt idx="19">
                  <c:v>0.45007315878604887</c:v>
                </c:pt>
                <c:pt idx="20">
                  <c:v>0.45716884089779486</c:v>
                </c:pt>
              </c:numCache>
              <c:extLst xmlns:c15="http://schemas.microsoft.com/office/drawing/2012/chart"/>
            </c:numRef>
          </c:yVal>
          <c:smooth val="1"/>
          <c:extLst>
            <c:ext xmlns:c16="http://schemas.microsoft.com/office/drawing/2014/chart" uri="{C3380CC4-5D6E-409C-BE32-E72D297353CC}">
              <c16:uniqueId val="{00000005-9A41-4881-AE27-90C549BF71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90975536"/>
        <c:axId val="890974576"/>
        <c:extLst/>
      </c:scatterChart>
      <c:valAx>
        <c:axId val="8909755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 b="0"/>
                </a:pPr>
                <a:r>
                  <a:rPr lang="en-US" b="0"/>
                  <a:t>Wing Loading</a:t>
                </a:r>
                <a:r>
                  <a:rPr lang="en-US" b="0" baseline="0"/>
                  <a:t> </a:t>
                </a:r>
                <a:r>
                  <a:rPr lang="en-US" b="0"/>
                  <a:t>[lbf/ft2]</a:t>
                </a:r>
              </a:p>
            </c:rich>
          </c:tx>
          <c:layout>
            <c:manualLayout>
              <c:xMode val="edge"/>
              <c:yMode val="edge"/>
              <c:x val="0.45061959847611643"/>
              <c:y val="0.89008447556302961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0974576"/>
        <c:crosses val="autoZero"/>
        <c:crossBetween val="midCat"/>
      </c:valAx>
      <c:valAx>
        <c:axId val="890974576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 b="0"/>
                </a:pPr>
                <a:r>
                  <a:rPr lang="en-US" b="0"/>
                  <a:t>Thrust Loading</a:t>
                </a:r>
              </a:p>
            </c:rich>
          </c:tx>
          <c:layout>
            <c:manualLayout>
              <c:xMode val="edge"/>
              <c:yMode val="edge"/>
              <c:x val="3.7637795275590551E-3"/>
              <c:y val="0.41657760987968989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0975536"/>
        <c:crosses val="autoZero"/>
        <c:crossBetween val="midCat"/>
      </c:valAx>
      <c:spPr>
        <a:ln>
          <a:solidFill>
            <a:schemeClr val="tx1"/>
          </a:solidFill>
        </a:ln>
      </c:spPr>
    </c:plotArea>
    <c:legend>
      <c:legendPos val="r"/>
      <c:overlay val="0"/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1/26/2026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600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04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1/26/2026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928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1/26/2026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23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1/26/2026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1342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1/26/2026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696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429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1/26/2026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01644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1/26/2026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2666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13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843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1/26/2026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08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REQUIREMENTS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0120" y="4803371"/>
            <a:ext cx="10268712" cy="15087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TEAM 1: NIGHT RAVENS</a:t>
            </a:r>
          </a:p>
          <a:p>
            <a:r>
              <a:rPr lang="en-US" dirty="0"/>
              <a:t>LAUREN MARTINS &amp; JOHN CLARDY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D78A4-D878-6AE8-EC02-754BF1FA1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r>
              <a:rPr lang="en-US"/>
              <a:t> – Jet trainer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99008-C93A-2EE7-5953-24A071D179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/>
              <a:t>500kg from crew &amp; payload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Runway of &lt;= 2500 ft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Best climb path</a:t>
            </a:r>
          </a:p>
          <a:p>
            <a:pPr marL="457200" indent="-457200">
              <a:buChar char="•"/>
            </a:pPr>
            <a:r>
              <a:rPr lang="en-US"/>
              <a:t>Cruise for 90min</a:t>
            </a:r>
          </a:p>
          <a:p>
            <a:pPr marL="731520" lvl="1" indent="-457200">
              <a:buFont typeface="Courier New" panose="020B0604020202020204" pitchFamily="34" charset="0"/>
              <a:buChar char="o"/>
            </a:pPr>
            <a:r>
              <a:rPr lang="en-US"/>
              <a:t>Best alt &amp; Mach (&gt;= 0.6</a:t>
            </a:r>
            <a:r>
              <a:rPr lang="en-US" dirty="0"/>
              <a:t>)</a:t>
            </a:r>
            <a:endParaRPr 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Service ceiling &gt;= 42000ft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A6DA8-D928-CA14-3BE2-97948FD28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2913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/>
              <a:t>Combat maneuvres</a:t>
            </a:r>
          </a:p>
          <a:p>
            <a:pPr marL="731520" lvl="1" indent="-457200">
              <a:buFont typeface="Courier New" panose="020B0604020202020204" pitchFamily="34" charset="0"/>
              <a:buChar char="o"/>
            </a:pPr>
            <a:r>
              <a:rPr lang="en-US" sz="2600">
                <a:latin typeface="Franklin Gothic Medium"/>
              </a:rPr>
              <a:t>3x360deg 3g turns (NLT Mach 0.5, &gt;=10000ft)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latin typeface="Franklin Gothic Medium"/>
              </a:rPr>
              <a:t>45min fuel reserve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latin typeface="Franklin Gothic Medium"/>
              </a:rPr>
              <a:t>Take-off config Clmax=1.6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latin typeface="Franklin Gothic Medium"/>
              </a:rPr>
              <a:t>Landing config Clmax=2.3</a:t>
            </a:r>
            <a:endParaRPr lang="en-US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59660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C1CF-40B4-7A46-B6E3-72523A91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CONSTRAINT ANALYSIS DIAGRAM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5160316-4E00-4C27-9560-BB9C634BA8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8242994"/>
              </p:ext>
            </p:extLst>
          </p:nvPr>
        </p:nvGraphicFramePr>
        <p:xfrm>
          <a:off x="-1524" y="2241659"/>
          <a:ext cx="12192000" cy="4638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47108824-BC1A-4304-E36F-02EED16E0538}"/>
              </a:ext>
            </a:extLst>
          </p:cNvPr>
          <p:cNvSpPr/>
          <p:nvPr/>
        </p:nvSpPr>
        <p:spPr>
          <a:xfrm>
            <a:off x="4968728" y="4690298"/>
            <a:ext cx="198407" cy="198408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572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3439-3B6B-8624-C577-099C061E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Aircraft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5ABA7F0-0BF2-4AB0-1DD9-6AAB550CA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264324"/>
            <a:ext cx="6124899" cy="459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750A8F5-B160-694B-9D67-A7BAEC0AB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501" y="2264323"/>
            <a:ext cx="6469964" cy="459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3001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B182C-DC50-23C6-8EA5-38FC4213F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4656-04B3-C700-F0CB-401B9ED4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Aircraft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B44D517-DDBF-0AD6-1E54-B791A0CBE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876" y="2261483"/>
            <a:ext cx="8097939" cy="459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6022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B5B3C-63A7-E7E8-A2EA-EDEDC3816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 ENGINE &amp; Aircraft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C31F71E-1DEF-755C-133B-D1E4487F31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9484309"/>
              </p:ext>
            </p:extLst>
          </p:nvPr>
        </p:nvGraphicFramePr>
        <p:xfrm>
          <a:off x="0" y="2242868"/>
          <a:ext cx="12192003" cy="469681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81819">
                  <a:extLst>
                    <a:ext uri="{9D8B030D-6E8A-4147-A177-3AD203B41FA5}">
                      <a16:colId xmlns:a16="http://schemas.microsoft.com/office/drawing/2014/main" val="3347768698"/>
                    </a:ext>
                  </a:extLst>
                </a:gridCol>
                <a:gridCol w="1604513">
                  <a:extLst>
                    <a:ext uri="{9D8B030D-6E8A-4147-A177-3AD203B41FA5}">
                      <a16:colId xmlns:a16="http://schemas.microsoft.com/office/drawing/2014/main" val="2518692154"/>
                    </a:ext>
                  </a:extLst>
                </a:gridCol>
                <a:gridCol w="1277669">
                  <a:extLst>
                    <a:ext uri="{9D8B030D-6E8A-4147-A177-3AD203B41FA5}">
                      <a16:colId xmlns:a16="http://schemas.microsoft.com/office/drawing/2014/main" val="35586277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2350336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7862343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25191503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370578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1820481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88412189"/>
                    </a:ext>
                  </a:extLst>
                </a:gridCol>
              </a:tblGrid>
              <a:tr h="1103292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Max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Max Climb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Service Ceiling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Absolute Ceiling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Weight (empty)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Takeoff Gross 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Stall Speed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1305137"/>
                  </a:ext>
                </a:extLst>
              </a:tr>
              <a:tr h="146534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Boeing Saab T-7 Red Hawk</a:t>
                      </a:r>
                    </a:p>
                  </a:txBody>
                  <a:tcPr anchor="ctr">
                    <a:solidFill>
                      <a:srgbClr val="6F7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GE F404 (afterburning)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0.975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33500 ft/min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45000 ft – 50000 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specified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7165 </a:t>
                      </a:r>
                      <a:r>
                        <a:rPr lang="en-US" sz="1600" dirty="0" err="1"/>
                        <a:t>lb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12125 </a:t>
                      </a:r>
                      <a:r>
                        <a:rPr lang="en-US" sz="1600" dirty="0" err="1"/>
                        <a:t>lb</a:t>
                      </a:r>
                      <a:r>
                        <a:rPr lang="en-US" sz="1600" dirty="0"/>
                        <a:t> (simple) – 21000 </a:t>
                      </a:r>
                      <a:r>
                        <a:rPr lang="en-US" sz="1600" dirty="0" err="1"/>
                        <a:t>lb</a:t>
                      </a:r>
                      <a:r>
                        <a:rPr lang="en-US" sz="1600" dirty="0"/>
                        <a:t> (mission)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specified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4860843"/>
                  </a:ext>
                </a:extLst>
              </a:tr>
              <a:tr h="103115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AIDC T-5 Brave Eagle</a:t>
                      </a:r>
                    </a:p>
                  </a:txBody>
                  <a:tcPr anchor="ctr">
                    <a:solidFill>
                      <a:srgbClr val="6F7E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Twin Honeywell/ITEC F124 Turbofans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9500 ft/min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42651 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specified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9921 </a:t>
                      </a:r>
                      <a:r>
                        <a:rPr lang="en-US" sz="1600" dirty="0" err="1"/>
                        <a:t>lb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16535 </a:t>
                      </a:r>
                      <a:r>
                        <a:rPr lang="en-US" sz="1600" dirty="0" err="1"/>
                        <a:t>lb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specified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1373175"/>
                  </a:ext>
                </a:extLst>
              </a:tr>
              <a:tr h="109702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Aero L-39 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</a:rPr>
                        <a:t>Skyfox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6F7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Williams International FJ44 4M Turbofan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4500 ft/min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37700 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specified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6834 </a:t>
                      </a:r>
                      <a:r>
                        <a:rPr lang="en-US" sz="1600" dirty="0" err="1"/>
                        <a:t>lb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12787 </a:t>
                      </a:r>
                      <a:r>
                        <a:rPr lang="en-US" sz="1600" dirty="0" err="1"/>
                        <a:t>lb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~80-100 ft/s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1279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241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9FD-F4C2-F719-60CC-EB3368F4D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ESTIMATE OF TOGW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CFD5AB-FCCA-AA2B-BF02-B77EEA89D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916624"/>
              </p:ext>
            </p:extLst>
          </p:nvPr>
        </p:nvGraphicFramePr>
        <p:xfrm>
          <a:off x="106532" y="2481002"/>
          <a:ext cx="7573042" cy="3741754"/>
        </p:xfrm>
        <a:graphic>
          <a:graphicData uri="http://schemas.openxmlformats.org/drawingml/2006/table">
            <a:tbl>
              <a:tblPr/>
              <a:tblGrid>
                <a:gridCol w="1029761">
                  <a:extLst>
                    <a:ext uri="{9D8B030D-6E8A-4147-A177-3AD203B41FA5}">
                      <a16:colId xmlns:a16="http://schemas.microsoft.com/office/drawing/2014/main" val="3704617831"/>
                    </a:ext>
                  </a:extLst>
                </a:gridCol>
                <a:gridCol w="978809">
                  <a:extLst>
                    <a:ext uri="{9D8B030D-6E8A-4147-A177-3AD203B41FA5}">
                      <a16:colId xmlns:a16="http://schemas.microsoft.com/office/drawing/2014/main" val="2741661428"/>
                    </a:ext>
                  </a:extLst>
                </a:gridCol>
                <a:gridCol w="1421287">
                  <a:extLst>
                    <a:ext uri="{9D8B030D-6E8A-4147-A177-3AD203B41FA5}">
                      <a16:colId xmlns:a16="http://schemas.microsoft.com/office/drawing/2014/main" val="1475609745"/>
                    </a:ext>
                  </a:extLst>
                </a:gridCol>
                <a:gridCol w="1300613">
                  <a:extLst>
                    <a:ext uri="{9D8B030D-6E8A-4147-A177-3AD203B41FA5}">
                      <a16:colId xmlns:a16="http://schemas.microsoft.com/office/drawing/2014/main" val="1704902889"/>
                    </a:ext>
                  </a:extLst>
                </a:gridCol>
                <a:gridCol w="643600">
                  <a:extLst>
                    <a:ext uri="{9D8B030D-6E8A-4147-A177-3AD203B41FA5}">
                      <a16:colId xmlns:a16="http://schemas.microsoft.com/office/drawing/2014/main" val="3758992748"/>
                    </a:ext>
                  </a:extLst>
                </a:gridCol>
                <a:gridCol w="764275">
                  <a:extLst>
                    <a:ext uri="{9D8B030D-6E8A-4147-A177-3AD203B41FA5}">
                      <a16:colId xmlns:a16="http://schemas.microsoft.com/office/drawing/2014/main" val="1685736557"/>
                    </a:ext>
                  </a:extLst>
                </a:gridCol>
                <a:gridCol w="1434697">
                  <a:extLst>
                    <a:ext uri="{9D8B030D-6E8A-4147-A177-3AD203B41FA5}">
                      <a16:colId xmlns:a16="http://schemas.microsoft.com/office/drawing/2014/main" val="2856869910"/>
                    </a:ext>
                  </a:extLst>
                </a:gridCol>
              </a:tblGrid>
              <a:tr h="173117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CASE</a:t>
                      </a:r>
                    </a:p>
                  </a:txBody>
                  <a:tcPr marL="5760" marR="5760" marT="57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[lbf/lbf]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Thrust Lapse Rate (</a:t>
                      </a:r>
                      <a:r>
                        <a:rPr lang="el-G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α)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TSFC [(lbm/hr)/lbf)]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[hr]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[lbm/lbf]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Weight Fraction (</a:t>
                      </a:r>
                      <a:r>
                        <a:rPr lang="el-G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β)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862845"/>
                  </a:ext>
                </a:extLst>
              </a:tr>
              <a:tr h="183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(TSLS/WTO)req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T/TSLS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WFdot/T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Time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WF/WTO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W/WTO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018662"/>
                  </a:ext>
                </a:extLst>
              </a:tr>
              <a:tr h="1731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Takeoff</a:t>
                      </a:r>
                      <a:endParaRPr lang="en-US"/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0.35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0.954234794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1.088676095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0.02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0.007272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0.992728032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804399"/>
                  </a:ext>
                </a:extLst>
              </a:tr>
              <a:tr h="1731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Climb</a:t>
                      </a:r>
                      <a:endParaRPr lang="en-US"/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0.38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0.940416109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1.101259309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0.015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0.0059032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0.986824872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721568"/>
                  </a:ext>
                </a:extLst>
              </a:tr>
              <a:tr h="1731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Climb</a:t>
                      </a:r>
                      <a:endParaRPr lang="en-US"/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0.38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0.650999838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1.049781507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0.015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0.0038954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0.982929449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091863"/>
                  </a:ext>
                </a:extLst>
              </a:tr>
              <a:tr h="1731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Climb</a:t>
                      </a:r>
                      <a:endParaRPr lang="en-US"/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0.38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0.450235756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1.013438825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0.015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0.0026008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0.980328617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387828"/>
                  </a:ext>
                </a:extLst>
              </a:tr>
              <a:tr h="1731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Climb</a:t>
                      </a:r>
                      <a:endParaRPr lang="en-US"/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0.38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0.302624168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0.975958611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0.015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0.0016835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0.978645129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335635"/>
                  </a:ext>
                </a:extLst>
              </a:tr>
              <a:tr h="1833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Climb</a:t>
                      </a:r>
                      <a:endParaRPr lang="en-US"/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0.38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0.197869224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0.953921921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0.015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0.0010759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0.977569244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045229"/>
                  </a:ext>
                </a:extLst>
              </a:tr>
              <a:tr h="1731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Cruise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0.25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0.269967259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1.084002183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1.5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0.1097419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0.867827332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277823"/>
                  </a:ext>
                </a:extLst>
              </a:tr>
              <a:tr h="1731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Descent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0.15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0.432288844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1.113802561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0.017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0.0012278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0.866599547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583786"/>
                  </a:ext>
                </a:extLst>
              </a:tr>
              <a:tr h="1731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Descent</a:t>
                      </a:r>
                      <a:endParaRPr lang="en-US"/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0.15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0.668157591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1.160972448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0.017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0.0019781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0.86462148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189862"/>
                  </a:ext>
                </a:extLst>
              </a:tr>
              <a:tr h="1731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Descent</a:t>
                      </a:r>
                      <a:endParaRPr lang="en-US"/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0.15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0.999049887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1.20636399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0.017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0.0030733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0.861548175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31883"/>
                  </a:ext>
                </a:extLst>
              </a:tr>
              <a:tr h="1731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Maneuver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0.34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0.816017839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1.125939724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0.25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0.0780969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0.783451288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859753"/>
                  </a:ext>
                </a:extLst>
              </a:tr>
              <a:tr h="1731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Cruise Reserve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0.25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0.269967259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1.084002183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0.75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0.054871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0.728580332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380675"/>
                  </a:ext>
                </a:extLst>
              </a:tr>
              <a:tr h="1731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Descent</a:t>
                      </a:r>
                      <a:endParaRPr lang="en-US"/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0.15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0.84016391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1.089535997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0.005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0.0006865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0.727893791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19379"/>
                  </a:ext>
                </a:extLst>
              </a:tr>
              <a:tr h="1731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Descent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0.15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0.940416109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1.101259309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0.005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0.0007767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0.727117059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508508"/>
                  </a:ext>
                </a:extLst>
              </a:tr>
              <a:tr h="1731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Traffic Pattern</a:t>
                      </a:r>
                      <a:endParaRPr lang="en-US"/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0.2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0.94041619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1.101259309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0.05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0.0103564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0.716760638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297485"/>
                  </a:ext>
                </a:extLst>
              </a:tr>
              <a:tr h="1731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Land</a:t>
                      </a:r>
                      <a:endParaRPr lang="en-US"/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0.1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0.954234794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1.088676095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0.015</a:t>
                      </a:r>
                    </a:p>
                  </a:txBody>
                  <a:tcPr marL="5760" marR="5760" marT="576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0.0015583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0.715202359</a:t>
                      </a:r>
                    </a:p>
                  </a:txBody>
                  <a:tcPr marL="5760" marR="5760" marT="576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904433"/>
                  </a:ext>
                </a:extLst>
              </a:tr>
              <a:tr h="346234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Note: In SI, a fuel consumption in g (grams) should be converted to kN to arrive at W</a:t>
                      </a: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F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/W</a:t>
                      </a: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TO. 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 USC, [lbm/lbf] may be considerered dimensionless. Note that SI units for TSFC are [(g/s)/kN].</a:t>
                      </a:r>
                    </a:p>
                  </a:txBody>
                  <a:tcPr marL="5760" marR="5760" marT="57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39318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24CFD4-2B3D-C648-2C36-4A9CF1461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732155"/>
              </p:ext>
            </p:extLst>
          </p:nvPr>
        </p:nvGraphicFramePr>
        <p:xfrm>
          <a:off x="7998101" y="2758582"/>
          <a:ext cx="4087367" cy="1714500"/>
        </p:xfrm>
        <a:graphic>
          <a:graphicData uri="http://schemas.openxmlformats.org/drawingml/2006/table">
            <a:tbl>
              <a:tblPr/>
              <a:tblGrid>
                <a:gridCol w="716035">
                  <a:extLst>
                    <a:ext uri="{9D8B030D-6E8A-4147-A177-3AD203B41FA5}">
                      <a16:colId xmlns:a16="http://schemas.microsoft.com/office/drawing/2014/main" val="2206159127"/>
                    </a:ext>
                  </a:extLst>
                </a:gridCol>
                <a:gridCol w="880126">
                  <a:extLst>
                    <a:ext uri="{9D8B030D-6E8A-4147-A177-3AD203B41FA5}">
                      <a16:colId xmlns:a16="http://schemas.microsoft.com/office/drawing/2014/main" val="3281015748"/>
                    </a:ext>
                  </a:extLst>
                </a:gridCol>
                <a:gridCol w="1088970">
                  <a:extLst>
                    <a:ext uri="{9D8B030D-6E8A-4147-A177-3AD203B41FA5}">
                      <a16:colId xmlns:a16="http://schemas.microsoft.com/office/drawing/2014/main" val="3843635793"/>
                    </a:ext>
                  </a:extLst>
                </a:gridCol>
                <a:gridCol w="1402236">
                  <a:extLst>
                    <a:ext uri="{9D8B030D-6E8A-4147-A177-3AD203B41FA5}">
                      <a16:colId xmlns:a16="http://schemas.microsoft.com/office/drawing/2014/main" val="2015060040"/>
                    </a:ext>
                  </a:extLst>
                </a:gridCol>
              </a:tblGrid>
              <a:tr h="1848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[lbm]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[lbm]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079096"/>
                  </a:ext>
                </a:extLst>
              </a:tr>
              <a:tr h="17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Type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WP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WF/WTO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WTO Guess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808157"/>
                  </a:ext>
                </a:extLst>
              </a:tr>
              <a:tr h="1848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1102.311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latin typeface="Aptos Narrow"/>
                        </a:rPr>
                        <a:t>0.284797641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3F3F76"/>
                          </a:solidFill>
                          <a:effectLst/>
                          <a:highlight>
                            <a:srgbClr val="FFFF00"/>
                          </a:highlight>
                          <a:latin typeface="Aptos Narrow"/>
                        </a:rPr>
                        <a:t>18088.78181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653718"/>
                  </a:ext>
                </a:extLst>
              </a:tr>
              <a:tr h="17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088386"/>
                  </a:ext>
                </a:extLst>
              </a:tr>
              <a:tr h="17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WE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WF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WP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WTO Calc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702101"/>
                  </a:ext>
                </a:extLst>
              </a:tr>
              <a:tr h="17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11834.83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5151.64239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1102.311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18088.78181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948709"/>
                  </a:ext>
                </a:extLst>
              </a:tr>
              <a:tr h="17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5368.183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2336.74377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499.9994511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8204.926719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043652"/>
                  </a:ext>
                </a:extLst>
              </a:tr>
              <a:tr h="17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WE/WTO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WP/WTO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Error*100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158064"/>
                  </a:ext>
                </a:extLst>
              </a:tr>
              <a:tr h="1848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0.654263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0.06093893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A7D00"/>
                          </a:solidFill>
                          <a:effectLst/>
                          <a:latin typeface="Aptos Narrow"/>
                        </a:rPr>
                        <a:t>-6.18456E-09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512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4696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A6BE5-FC18-96F5-A8DE-9EFC040A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THRUST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009CA-0201-024A-5937-236E8A8F1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5A2D7E-0BA1-8D6C-125F-12A0177A6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012217"/>
              </p:ext>
            </p:extLst>
          </p:nvPr>
        </p:nvGraphicFramePr>
        <p:xfrm>
          <a:off x="1687650" y="2418170"/>
          <a:ext cx="8551911" cy="4174150"/>
        </p:xfrm>
        <a:graphic>
          <a:graphicData uri="http://schemas.openxmlformats.org/drawingml/2006/table">
            <a:tbl>
              <a:tblPr/>
              <a:tblGrid>
                <a:gridCol w="1235026">
                  <a:extLst>
                    <a:ext uri="{9D8B030D-6E8A-4147-A177-3AD203B41FA5}">
                      <a16:colId xmlns:a16="http://schemas.microsoft.com/office/drawing/2014/main" val="438303849"/>
                    </a:ext>
                  </a:extLst>
                </a:gridCol>
                <a:gridCol w="1704593">
                  <a:extLst>
                    <a:ext uri="{9D8B030D-6E8A-4147-A177-3AD203B41FA5}">
                      <a16:colId xmlns:a16="http://schemas.microsoft.com/office/drawing/2014/main" val="3381216441"/>
                    </a:ext>
                  </a:extLst>
                </a:gridCol>
                <a:gridCol w="1833242">
                  <a:extLst>
                    <a:ext uri="{9D8B030D-6E8A-4147-A177-3AD203B41FA5}">
                      <a16:colId xmlns:a16="http://schemas.microsoft.com/office/drawing/2014/main" val="3992604741"/>
                    </a:ext>
                  </a:extLst>
                </a:gridCol>
                <a:gridCol w="1077431">
                  <a:extLst>
                    <a:ext uri="{9D8B030D-6E8A-4147-A177-3AD203B41FA5}">
                      <a16:colId xmlns:a16="http://schemas.microsoft.com/office/drawing/2014/main" val="1893667677"/>
                    </a:ext>
                  </a:extLst>
                </a:gridCol>
                <a:gridCol w="1559864">
                  <a:extLst>
                    <a:ext uri="{9D8B030D-6E8A-4147-A177-3AD203B41FA5}">
                      <a16:colId xmlns:a16="http://schemas.microsoft.com/office/drawing/2014/main" val="2990818764"/>
                    </a:ext>
                  </a:extLst>
                </a:gridCol>
                <a:gridCol w="1141755">
                  <a:extLst>
                    <a:ext uri="{9D8B030D-6E8A-4147-A177-3AD203B41FA5}">
                      <a16:colId xmlns:a16="http://schemas.microsoft.com/office/drawing/2014/main" val="1236817206"/>
                    </a:ext>
                  </a:extLst>
                </a:gridCol>
              </a:tblGrid>
              <a:tr h="4489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CASE</a:t>
                      </a:r>
                    </a:p>
                  </a:txBody>
                  <a:tcPr marL="5668" marR="5668" marT="566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Actual Installed Thust Required [</a:t>
                      </a: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lbf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]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Actual Installed Thust Required [lbf]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Actual Fuel Burn [</a:t>
                      </a: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lbm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]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Actual Net Thust Required [kN]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Actual Fuel Burn [kg]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8683897"/>
                  </a:ext>
                </a:extLst>
              </a:tr>
              <a:tr h="2305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Takeoff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6041.330745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6343.397282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131.5410473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26.87316825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59.66596672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282897"/>
                  </a:ext>
                </a:extLst>
              </a:tr>
              <a:tr h="2305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Climb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6464.173087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6787.381741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106.7809618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28.75406401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48.43499003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251415"/>
                  </a:ext>
                </a:extLst>
              </a:tr>
              <a:tr h="2669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Climb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4474.801731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4698.541817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70.46346157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19.90490256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31.96166246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738041"/>
                  </a:ext>
                </a:extLst>
              </a:tr>
              <a:tr h="2305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Climb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3094.802214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3249.542325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47.0458908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13.76636111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21.3396397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03533"/>
                  </a:ext>
                </a:extLst>
              </a:tr>
              <a:tr h="2305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Climb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2080.158967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2184.166916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30.45223585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9.253004722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13.81289056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353271"/>
                  </a:ext>
                </a:extLst>
              </a:tr>
              <a:tr h="2305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Climb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1360.101024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1428.106075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19.46145272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6.050028575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8.827559261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562465"/>
                  </a:ext>
                </a:extLst>
              </a:tr>
              <a:tr h="2305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Cruise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1220.844711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1281.886947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1985.097498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5.430585861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900.4243442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160329"/>
                  </a:ext>
                </a:extLst>
              </a:tr>
              <a:tr h="2305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Descent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1172.936787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1231.583626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22.20913995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5.217480874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10.07388821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046562"/>
                  </a:ext>
                </a:extLst>
              </a:tr>
              <a:tr h="2305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Descent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1812.923532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1903.569708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35.7808226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8.064282713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16.22989489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643776"/>
                  </a:ext>
                </a:extLst>
              </a:tr>
              <a:tr h="2305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Descent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2710.739314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2846.276279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55.592351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12.05796483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25.21624568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555412"/>
                  </a:ext>
                </a:extLst>
              </a:tr>
              <a:tr h="2305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Maneuver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5018.661339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5269.594406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1412.677541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22.32410974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640.779231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325858"/>
                  </a:ext>
                </a:extLst>
              </a:tr>
              <a:tr h="2305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Cruise Reserve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1220.844711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1281.886947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992.5487489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5.430585861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450.2121721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574018"/>
                  </a:ext>
                </a:extLst>
              </a:tr>
              <a:tr h="2305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Descent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2279.631248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2393.61281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12.41870152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10.14030131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5.633023661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196003"/>
                  </a:ext>
                </a:extLst>
              </a:tr>
              <a:tr h="2305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Descent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2551.647271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2679.229635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14.05012655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11.35028842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6.373025003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538521"/>
                  </a:ext>
                </a:extLst>
              </a:tr>
              <a:tr h="2305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Traffic Pattern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3402.196654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3572.306487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187.3350368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15.1337192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84.97367403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468537"/>
                  </a:ext>
                </a:extLst>
              </a:tr>
              <a:tr h="2305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Land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1726.094499</a:t>
                      </a:r>
                    </a:p>
                  </a:txBody>
                  <a:tcPr marL="5668" marR="5668" marT="566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1812.399223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28.18736727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7.67804807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12.7855643</a:t>
                      </a:r>
                    </a:p>
                  </a:txBody>
                  <a:tcPr marL="5668" marR="5668" marT="56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747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1655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D28973-C437-B52E-929A-A298CDFDB20F}"/>
              </a:ext>
            </a:extLst>
          </p:cNvPr>
          <p:cNvSpPr/>
          <p:nvPr/>
        </p:nvSpPr>
        <p:spPr>
          <a:xfrm>
            <a:off x="3488" y="4202998"/>
            <a:ext cx="12187575" cy="29341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C2A70-5220-5E31-5086-F3A76D44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2348773"/>
            <a:ext cx="10268712" cy="2160277"/>
          </a:xfrm>
        </p:spPr>
        <p:txBody>
          <a:bodyPr/>
          <a:lstStyle/>
          <a:p>
            <a:pPr algn="ctr"/>
            <a:r>
              <a:rPr lang="en-US" dirty="0"/>
              <a:t>MAX PERFORMANCE OF DESIGN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EF3762-B5F2-E100-4575-62878C2FD5DE}"/>
              </a:ext>
            </a:extLst>
          </p:cNvPr>
          <p:cNvSpPr/>
          <p:nvPr/>
        </p:nvSpPr>
        <p:spPr>
          <a:xfrm>
            <a:off x="-113270" y="700215"/>
            <a:ext cx="12521513" cy="453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5FD3B-D720-50E1-7D0D-3C5B45B9E14C}"/>
              </a:ext>
            </a:extLst>
          </p:cNvPr>
          <p:cNvSpPr/>
          <p:nvPr/>
        </p:nvSpPr>
        <p:spPr>
          <a:xfrm>
            <a:off x="-163651" y="5851586"/>
            <a:ext cx="12521513" cy="453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64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F2688-8178-890D-6810-3512E6621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79228-D289-9E6E-A687-7A06D64D7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348447"/>
            <a:ext cx="10268712" cy="44185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/>
              <a:t>Max Speed: </a:t>
            </a:r>
          </a:p>
          <a:p>
            <a:pPr marL="731520" lvl="1">
              <a:buFont typeface="Courier New" panose="020B0604020202020204" pitchFamily="34" charset="0"/>
              <a:buChar char="o"/>
            </a:pPr>
            <a:r>
              <a:rPr lang="en-US" dirty="0"/>
              <a:t>Mach 0.85</a:t>
            </a:r>
          </a:p>
          <a:p>
            <a:pPr marL="457200" indent="-457200">
              <a:buChar char="•"/>
            </a:pPr>
            <a:r>
              <a:rPr lang="en-US" i="1" dirty="0"/>
              <a:t>Max Acceleration: </a:t>
            </a:r>
          </a:p>
          <a:p>
            <a:pPr marL="731520" lvl="1">
              <a:buFont typeface="Courier New" panose="020B0604020202020204" pitchFamily="34" charset="0"/>
              <a:buChar char="o"/>
            </a:pPr>
            <a:r>
              <a:rPr lang="en-US" dirty="0"/>
              <a:t>7200lbf/18000lbm = 32027N/8165kg = 3.9m/s²</a:t>
            </a:r>
            <a:endParaRPr lang="en-US" dirty="0">
              <a:highlight>
                <a:srgbClr val="FFFF00"/>
              </a:highlight>
            </a:endParaRPr>
          </a:p>
          <a:p>
            <a:pPr marL="457200" indent="-457200">
              <a:buChar char="•"/>
            </a:pPr>
            <a:r>
              <a:rPr lang="en-US" i="1" dirty="0"/>
              <a:t>Max Climb Rate: </a:t>
            </a:r>
          </a:p>
          <a:p>
            <a:pPr marL="731520" lvl="1">
              <a:buFont typeface="Courier New" panose="020B0604020202020204" pitchFamily="34" charset="0"/>
              <a:buChar char="o"/>
            </a:pPr>
            <a:r>
              <a:rPr lang="en-US" dirty="0"/>
              <a:t>10,000 ft/min</a:t>
            </a:r>
          </a:p>
          <a:p>
            <a:pPr marL="457200" indent="-457200">
              <a:buChar char="•"/>
            </a:pPr>
            <a:r>
              <a:rPr lang="en-US" i="1" dirty="0"/>
              <a:t>Max Thrust (single-engine):</a:t>
            </a:r>
          </a:p>
          <a:p>
            <a:pPr marL="1074420" lvl="1" indent="-342900">
              <a:buFont typeface="Courier New" panose="020B0604020202020204" pitchFamily="34" charset="0"/>
              <a:buChar char="o"/>
            </a:pPr>
            <a:r>
              <a:rPr lang="en-US" dirty="0"/>
              <a:t>18000 </a:t>
            </a:r>
            <a:r>
              <a:rPr lang="en-US" dirty="0" err="1"/>
              <a:t>lbm</a:t>
            </a:r>
            <a:r>
              <a:rPr lang="en-US" dirty="0"/>
              <a:t> x 0.4 = 7200 </a:t>
            </a:r>
            <a:r>
              <a:rPr lang="en-US" dirty="0" err="1"/>
              <a:t>lbf</a:t>
            </a:r>
            <a:r>
              <a:rPr lang="en-US" dirty="0"/>
              <a:t> thrust </a:t>
            </a:r>
          </a:p>
          <a:p>
            <a:pPr marL="731520" lvl="1">
              <a:buFont typeface="Courier New" panose="020B0604020202020204" pitchFamily="34" charset="0"/>
              <a:buChar char="o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407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17B62-A691-E778-431F-3B3AEFB8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ceilings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EE3B2-875D-8448-CFE7-46A53F15D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752"/>
            <a:ext cx="4966199" cy="3593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 sz="2800"/>
              <a:t>Service (@ 100ft/min):</a:t>
            </a:r>
          </a:p>
          <a:p>
            <a:pPr marL="731520" lvl="1" indent="-457200">
              <a:buFont typeface="Courier New" panose="020B0604020202020204" pitchFamily="34" charset="0"/>
              <a:buChar char="o"/>
            </a:pPr>
            <a:r>
              <a:rPr lang="en-US" sz="2800"/>
              <a:t>43370 ft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Absolute (@ 0 ft/min):</a:t>
            </a:r>
          </a:p>
          <a:p>
            <a:pPr marL="731520" lvl="1" indent="-457200">
              <a:buFont typeface="Courier New" panose="020B0604020202020204" pitchFamily="34" charset="0"/>
              <a:buChar char="o"/>
            </a:pPr>
            <a:r>
              <a:rPr lang="en-US" sz="2800"/>
              <a:t>43711 ft</a:t>
            </a:r>
          </a:p>
          <a:p>
            <a:pPr marL="731520" lvl="1" indent="-457200">
              <a:buFont typeface="Courier New" panose="020B0604020202020204" pitchFamily="34" charset="0"/>
              <a:buChar char="o"/>
            </a:pPr>
            <a:endParaRPr lang="en-US" sz="280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0F8B1D-E48D-1711-90B4-E96DD401EB13}"/>
              </a:ext>
            </a:extLst>
          </p:cNvPr>
          <p:cNvSpPr txBox="1">
            <a:spLocks/>
          </p:cNvSpPr>
          <p:nvPr/>
        </p:nvSpPr>
        <p:spPr>
          <a:xfrm>
            <a:off x="6736206" y="2589012"/>
            <a:ext cx="4991390" cy="39336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/>
              <a:t>Inputs:</a:t>
            </a:r>
          </a:p>
          <a:p>
            <a:pPr marL="731520" lvl="1" indent="-457200">
              <a:buFont typeface="Courier New" panose="020B0604020202020204" pitchFamily="34" charset="0"/>
              <a:buChar char="o"/>
            </a:pPr>
            <a:r>
              <a:rPr lang="en-US" sz="2800" dirty="0"/>
              <a:t>Max thrust loading (0.4)</a:t>
            </a:r>
          </a:p>
          <a:p>
            <a:pPr marL="731520" lvl="1" indent="-457200">
              <a:buFont typeface="Courier New" panose="020B0604020202020204" pitchFamily="34" charset="0"/>
              <a:buChar char="o"/>
            </a:pPr>
            <a:r>
              <a:rPr lang="en-US" sz="2800" dirty="0"/>
              <a:t>Wing loading (60)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Goal seek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/>
              <a:t>Outputs:</a:t>
            </a:r>
          </a:p>
          <a:p>
            <a:pPr marL="731520" lvl="1" indent="-457200">
              <a:buFont typeface="Courier New" panose="020B0604020202020204" pitchFamily="34" charset="0"/>
              <a:buChar char="o"/>
            </a:pPr>
            <a:r>
              <a:rPr lang="en-US" sz="2800" dirty="0"/>
              <a:t>Altitude where max thrust loading occurs</a:t>
            </a:r>
          </a:p>
          <a:p>
            <a:pPr marL="731520" lvl="1" indent="-457200">
              <a:buFont typeface="Courier New" panose="020B0604020202020204" pitchFamily="34" charset="0"/>
              <a:buChar char="o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65987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5E1F-5918-12E9-B994-1C38B7B2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63AFE-67FA-D613-36E3-F8FDDA0BB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 sz="2000">
                <a:ea typeface="+mn-lt"/>
                <a:cs typeface="+mn-lt"/>
              </a:rPr>
              <a:t>“Aero L-39 </a:t>
            </a:r>
            <a:r>
              <a:rPr lang="en-US" sz="2000" err="1">
                <a:ea typeface="+mn-lt"/>
                <a:cs typeface="+mn-lt"/>
              </a:rPr>
              <a:t>Skyfox</a:t>
            </a:r>
            <a:r>
              <a:rPr lang="en-US" sz="2000">
                <a:ea typeface="+mn-lt"/>
                <a:cs typeface="+mn-lt"/>
              </a:rPr>
              <a:t>.” </a:t>
            </a:r>
            <a:r>
              <a:rPr lang="en-US" sz="2000" i="1">
                <a:ea typeface="+mn-lt"/>
                <a:cs typeface="+mn-lt"/>
              </a:rPr>
              <a:t>Wikipedia</a:t>
            </a:r>
            <a:r>
              <a:rPr lang="en-US" sz="2000">
                <a:ea typeface="+mn-lt"/>
                <a:cs typeface="+mn-lt"/>
              </a:rPr>
              <a:t>, Wikimedia Foundation, 17 Jan. 2026, en.wikipedia.org/wiki/Aero_L-39_Skyfox. </a:t>
            </a:r>
            <a:endParaRPr lang="en-US" sz="2000"/>
          </a:p>
          <a:p>
            <a:pPr marL="457200" indent="-457200">
              <a:buChar char="•"/>
            </a:pPr>
            <a:r>
              <a:rPr lang="en-US" sz="2000">
                <a:ea typeface="+mn-lt"/>
                <a:cs typeface="+mn-lt"/>
              </a:rPr>
              <a:t>“AIDC T-5 Brave Eagle.” </a:t>
            </a:r>
            <a:r>
              <a:rPr lang="en-US" sz="2000" i="1">
                <a:ea typeface="+mn-lt"/>
                <a:cs typeface="+mn-lt"/>
              </a:rPr>
              <a:t>Wikipedia</a:t>
            </a:r>
            <a:r>
              <a:rPr lang="en-US" sz="2000">
                <a:ea typeface="+mn-lt"/>
                <a:cs typeface="+mn-lt"/>
              </a:rPr>
              <a:t>, Wikimedia Foundation, 26 Jan. 2026, en.wikipedia.org/wiki/AIDC_T-5_Brave_Eagle. </a:t>
            </a:r>
            <a:endParaRPr lang="en-US" sz="2000"/>
          </a:p>
          <a:p>
            <a:pPr marL="457200" indent="-457200">
              <a:buChar char="•"/>
            </a:pPr>
            <a:r>
              <a:rPr lang="en-US" sz="2000">
                <a:ea typeface="+mn-lt"/>
                <a:cs typeface="+mn-lt"/>
              </a:rPr>
              <a:t>“Boeing–Saab T-7 Red Hawk.” </a:t>
            </a:r>
            <a:r>
              <a:rPr lang="en-US" sz="2000" i="1">
                <a:ea typeface="+mn-lt"/>
                <a:cs typeface="+mn-lt"/>
              </a:rPr>
              <a:t>Wikipedia</a:t>
            </a:r>
            <a:r>
              <a:rPr lang="en-US" sz="2000">
                <a:ea typeface="+mn-lt"/>
                <a:cs typeface="+mn-lt"/>
              </a:rPr>
              <a:t>, Wikimedia Foundation, 10 Jan. 2026, en.wikipedia.org/wiki/Boeing%E2%80%93Saab_T-7_Red_Hawk.</a:t>
            </a:r>
            <a:r>
              <a:rPr lang="en-US" sz="3200">
                <a:ea typeface="+mn-lt"/>
                <a:cs typeface="+mn-lt"/>
              </a:rPr>
              <a:t> </a:t>
            </a:r>
            <a:endParaRPr lang="en-US" sz="3200"/>
          </a:p>
          <a:p>
            <a:pPr marL="457200" indent="-457200">
              <a:buChar char="•"/>
            </a:pP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48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A8AC6-171F-E18C-A511-9384ABE73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2809680"/>
            <a:ext cx="10268712" cy="1094808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E534D-50E6-0ABB-C6F4-79835C9C1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Are there any questions?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04958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B789B73ECD524BB04B1C3B0FC7F5C3" ma:contentTypeVersion="10" ma:contentTypeDescription="Create a new document." ma:contentTypeScope="" ma:versionID="9d0bae6c08b7c66f0343d05ecf193336">
  <xsd:schema xmlns:xsd="http://www.w3.org/2001/XMLSchema" xmlns:xs="http://www.w3.org/2001/XMLSchema" xmlns:p="http://schemas.microsoft.com/office/2006/metadata/properties" xmlns:ns2="2bef5f20-95e0-4f91-ac00-a986ee36df07" xmlns:ns3="c3fe795b-052d-48b0-a7fa-19cc8f39dbd2" targetNamespace="http://schemas.microsoft.com/office/2006/metadata/properties" ma:root="true" ma:fieldsID="031a2c11a4de2aa8c159bef7aaf3509e" ns2:_="" ns3:_="">
    <xsd:import namespace="2bef5f20-95e0-4f91-ac00-a986ee36df07"/>
    <xsd:import namespace="c3fe795b-052d-48b0-a7fa-19cc8f39db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ef5f20-95e0-4f91-ac00-a986ee36df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4ee6b6e-1dad-49a7-85d1-bf6bd71129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fe795b-052d-48b0-a7fa-19cc8f39dbd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90aa198-9e7c-4a41-96cd-eef64a0f9356}" ma:internalName="TaxCatchAll" ma:showField="CatchAllData" ma:web="c3fe795b-052d-48b0-a7fa-19cc8f39db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3fe795b-052d-48b0-a7fa-19cc8f39dbd2" xsi:nil="true"/>
    <lcf76f155ced4ddcb4097134ff3c332f xmlns="2bef5f20-95e0-4f91-ac00-a986ee36df0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FA39483-B92A-4323-AA7B-15D0E2BDAFF7}"/>
</file>

<file path=customXml/itemProps2.xml><?xml version="1.0" encoding="utf-8"?>
<ds:datastoreItem xmlns:ds="http://schemas.openxmlformats.org/officeDocument/2006/customXml" ds:itemID="{7A26FE96-05E5-47BB-BBCA-A01E1CDA48C5}"/>
</file>

<file path=customXml/itemProps3.xml><?xml version="1.0" encoding="utf-8"?>
<ds:datastoreItem xmlns:ds="http://schemas.openxmlformats.org/officeDocument/2006/customXml" ds:itemID="{59A7D6DE-B86E-4585-960D-6CDE3DE730CD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706</TotalTime>
  <Words>797</Words>
  <Application>Microsoft Office PowerPoint</Application>
  <PresentationFormat>Widescreen</PresentationFormat>
  <Paragraphs>343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 Narrow</vt:lpstr>
      <vt:lpstr>Arial</vt:lpstr>
      <vt:lpstr>Courier New</vt:lpstr>
      <vt:lpstr>Franklin Gothic Demi Cond</vt:lpstr>
      <vt:lpstr>Franklin Gothic Medium</vt:lpstr>
      <vt:lpstr>Wingdings</vt:lpstr>
      <vt:lpstr>JuxtaposeVTI</vt:lpstr>
      <vt:lpstr>REQUIREMENTS REVIEW</vt:lpstr>
      <vt:lpstr>SUMMARY – Jet trainer</vt:lpstr>
      <vt:lpstr>CONSTRAINT ANALYSIS DIAGRAM</vt:lpstr>
      <vt:lpstr>Reference Aircraft</vt:lpstr>
      <vt:lpstr>Reference Aircraft</vt:lpstr>
      <vt:lpstr>REFERENCE ENGINE &amp; Aircraft</vt:lpstr>
      <vt:lpstr>INITIAL ESTIMATE OF TOGW</vt:lpstr>
      <vt:lpstr>THRUST REQUIREMENTS</vt:lpstr>
      <vt:lpstr>MAX PERFORMANCE OF DESIGN</vt:lpstr>
      <vt:lpstr>Max Performance</vt:lpstr>
      <vt:lpstr>ceilings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Clardy, John S.</cp:lastModifiedBy>
  <cp:revision>66</cp:revision>
  <dcterms:created xsi:type="dcterms:W3CDTF">2026-01-24T21:42:51Z</dcterms:created>
  <dcterms:modified xsi:type="dcterms:W3CDTF">2026-01-27T13:45:11Z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0x010100F5B789B73ECD524BB04B1C3B0FC7F5C3</vt:lpwstr>
  </property>
</Properties>
</file>